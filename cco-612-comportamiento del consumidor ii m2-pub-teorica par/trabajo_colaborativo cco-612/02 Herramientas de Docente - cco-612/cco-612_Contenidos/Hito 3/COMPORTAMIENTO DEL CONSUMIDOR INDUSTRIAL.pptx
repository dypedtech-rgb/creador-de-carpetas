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348B"/>
    <a:srgbClr val="7A60C5"/>
    <a:srgbClr val="E6E2F6"/>
    <a:srgbClr val="F16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177C0C1-FA21-063E-6EA3-DDD1CE7760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15C8CB-B045-319E-E138-5B476F5AFA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F5B05-0794-4232-A995-0BDB20F38139}" type="datetimeFigureOut">
              <a:rPr lang="es-BO" smtClean="0"/>
              <a:t>6/4/2026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B1D913-B5AD-B791-00E7-876A326372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0F6803-EA3B-8639-2A77-88D69A12F6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38F7C-DBC3-4CCB-B94F-4E33A83EB9D4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81845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7C822-CA15-438F-A18F-464A903E2CAC}" type="datetimeFigureOut">
              <a:rPr lang="en-001" smtClean="0"/>
              <a:t>04/06/2026</a:t>
            </a:fld>
            <a:endParaRPr lang="en-001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001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8D1DD-5956-4B9C-8C2C-09002800C6A1}" type="slidenum">
              <a:rPr lang="en-001" smtClean="0"/>
              <a:t>‹Nº›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78445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8FF326-4F45-9B8E-709D-6CA6B0DB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Suprema" panose="020B0303020000020003" pitchFamily="34" charset="0"/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FF5162D-0773-3098-0B3D-B09E78B667FA}"/>
              </a:ext>
            </a:extLst>
          </p:cNvPr>
          <p:cNvSpPr/>
          <p:nvPr userDrawn="1"/>
        </p:nvSpPr>
        <p:spPr>
          <a:xfrm>
            <a:off x="-71120" y="-210619"/>
            <a:ext cx="12263141" cy="1135179"/>
          </a:xfrm>
          <a:prstGeom prst="rect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7CB9221-9E6F-E8DD-5A87-2DD40E34E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217" y="1943000"/>
            <a:ext cx="6594765" cy="2387600"/>
          </a:xfrm>
          <a:prstGeom prst="rect">
            <a:avLst/>
          </a:prstGeom>
        </p:spPr>
        <p:txBody>
          <a:bodyPr anchor="b"/>
          <a:lstStyle>
            <a:lvl1pPr algn="l">
              <a:defRPr sz="50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BO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87FC892-CB47-89D6-A5F5-B6151DCC54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1217" y="5506919"/>
            <a:ext cx="4260272" cy="365125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000" b="1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docente</a:t>
            </a:r>
            <a:endParaRPr lang="es-BO" dirty="0"/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DD8EC817-9864-6ECB-8691-5808DFABF8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00311" y="-210619"/>
            <a:ext cx="4399912" cy="6337836"/>
          </a:xfrm>
          <a:custGeom>
            <a:avLst/>
            <a:gdLst>
              <a:gd name="connsiteX0" fmla="*/ 0 w 4398818"/>
              <a:gd name="connsiteY0" fmla="*/ 0 h 6858002"/>
              <a:gd name="connsiteX1" fmla="*/ 4398818 w 4398818"/>
              <a:gd name="connsiteY1" fmla="*/ 0 h 6858002"/>
              <a:gd name="connsiteX2" fmla="*/ 4398818 w 4398818"/>
              <a:gd name="connsiteY2" fmla="*/ 6858002 h 6858002"/>
              <a:gd name="connsiteX3" fmla="*/ 0 w 4398818"/>
              <a:gd name="connsiteY3" fmla="*/ 6858002 h 6858002"/>
              <a:gd name="connsiteX4" fmla="*/ 0 w 4398818"/>
              <a:gd name="connsiteY4" fmla="*/ 0 h 6858002"/>
              <a:gd name="connsiteX0" fmla="*/ 0 w 4398818"/>
              <a:gd name="connsiteY0" fmla="*/ 29027 h 6887029"/>
              <a:gd name="connsiteX1" fmla="*/ 1989446 w 4398818"/>
              <a:gd name="connsiteY1" fmla="*/ 0 h 6887029"/>
              <a:gd name="connsiteX2" fmla="*/ 4398818 w 4398818"/>
              <a:gd name="connsiteY2" fmla="*/ 29027 h 6887029"/>
              <a:gd name="connsiteX3" fmla="*/ 4398818 w 4398818"/>
              <a:gd name="connsiteY3" fmla="*/ 6887029 h 6887029"/>
              <a:gd name="connsiteX4" fmla="*/ 0 w 4398818"/>
              <a:gd name="connsiteY4" fmla="*/ 6887029 h 6887029"/>
              <a:gd name="connsiteX5" fmla="*/ 0 w 4398818"/>
              <a:gd name="connsiteY5" fmla="*/ 29027 h 6887029"/>
              <a:gd name="connsiteX0" fmla="*/ 0 w 4398818"/>
              <a:gd name="connsiteY0" fmla="*/ 2371262 h 9229264"/>
              <a:gd name="connsiteX1" fmla="*/ 2178132 w 4398818"/>
              <a:gd name="connsiteY1" fmla="*/ 0 h 9229264"/>
              <a:gd name="connsiteX2" fmla="*/ 4398818 w 4398818"/>
              <a:gd name="connsiteY2" fmla="*/ 2371262 h 9229264"/>
              <a:gd name="connsiteX3" fmla="*/ 4398818 w 4398818"/>
              <a:gd name="connsiteY3" fmla="*/ 9229264 h 9229264"/>
              <a:gd name="connsiteX4" fmla="*/ 0 w 4398818"/>
              <a:gd name="connsiteY4" fmla="*/ 9229264 h 9229264"/>
              <a:gd name="connsiteX5" fmla="*/ 0 w 4398818"/>
              <a:gd name="connsiteY5" fmla="*/ 2371262 h 9229264"/>
              <a:gd name="connsiteX0" fmla="*/ 0 w 4398818"/>
              <a:gd name="connsiteY0" fmla="*/ 2374802 h 9232804"/>
              <a:gd name="connsiteX1" fmla="*/ 2178132 w 4398818"/>
              <a:gd name="connsiteY1" fmla="*/ 3540 h 9232804"/>
              <a:gd name="connsiteX2" fmla="*/ 4398818 w 4398818"/>
              <a:gd name="connsiteY2" fmla="*/ 2374802 h 9232804"/>
              <a:gd name="connsiteX3" fmla="*/ 4398818 w 4398818"/>
              <a:gd name="connsiteY3" fmla="*/ 9232804 h 9232804"/>
              <a:gd name="connsiteX4" fmla="*/ 0 w 4398818"/>
              <a:gd name="connsiteY4" fmla="*/ 9232804 h 9232804"/>
              <a:gd name="connsiteX5" fmla="*/ 0 w 4398818"/>
              <a:gd name="connsiteY5" fmla="*/ 2374802 h 9232804"/>
              <a:gd name="connsiteX0" fmla="*/ 146 w 4398964"/>
              <a:gd name="connsiteY0" fmla="*/ 2378414 h 9236416"/>
              <a:gd name="connsiteX1" fmla="*/ 2178278 w 4398964"/>
              <a:gd name="connsiteY1" fmla="*/ 7152 h 9236416"/>
              <a:gd name="connsiteX2" fmla="*/ 4398964 w 4398964"/>
              <a:gd name="connsiteY2" fmla="*/ 2378414 h 9236416"/>
              <a:gd name="connsiteX3" fmla="*/ 4398964 w 4398964"/>
              <a:gd name="connsiteY3" fmla="*/ 9236416 h 9236416"/>
              <a:gd name="connsiteX4" fmla="*/ 146 w 4398964"/>
              <a:gd name="connsiteY4" fmla="*/ 9236416 h 9236416"/>
              <a:gd name="connsiteX5" fmla="*/ 146 w 4398964"/>
              <a:gd name="connsiteY5" fmla="*/ 2378414 h 9236416"/>
              <a:gd name="connsiteX0" fmla="*/ 146 w 4399540"/>
              <a:gd name="connsiteY0" fmla="*/ 2378415 h 9236417"/>
              <a:gd name="connsiteX1" fmla="*/ 2178278 w 4399540"/>
              <a:gd name="connsiteY1" fmla="*/ 7153 h 9236417"/>
              <a:gd name="connsiteX2" fmla="*/ 4398964 w 4399540"/>
              <a:gd name="connsiteY2" fmla="*/ 2378415 h 9236417"/>
              <a:gd name="connsiteX3" fmla="*/ 4398964 w 4399540"/>
              <a:gd name="connsiteY3" fmla="*/ 9236417 h 9236417"/>
              <a:gd name="connsiteX4" fmla="*/ 146 w 4399540"/>
              <a:gd name="connsiteY4" fmla="*/ 9236417 h 9236417"/>
              <a:gd name="connsiteX5" fmla="*/ 146 w 4399540"/>
              <a:gd name="connsiteY5" fmla="*/ 2378415 h 9236417"/>
              <a:gd name="connsiteX0" fmla="*/ 146 w 4399068"/>
              <a:gd name="connsiteY0" fmla="*/ 2391546 h 9249548"/>
              <a:gd name="connsiteX1" fmla="*/ 2178278 w 4399068"/>
              <a:gd name="connsiteY1" fmla="*/ 20284 h 9249548"/>
              <a:gd name="connsiteX2" fmla="*/ 4398964 w 4399068"/>
              <a:gd name="connsiteY2" fmla="*/ 3380012 h 9249548"/>
              <a:gd name="connsiteX3" fmla="*/ 4398964 w 4399068"/>
              <a:gd name="connsiteY3" fmla="*/ 9249548 h 9249548"/>
              <a:gd name="connsiteX4" fmla="*/ 146 w 4399068"/>
              <a:gd name="connsiteY4" fmla="*/ 9249548 h 9249548"/>
              <a:gd name="connsiteX5" fmla="*/ 146 w 4399068"/>
              <a:gd name="connsiteY5" fmla="*/ 2391546 h 9249548"/>
              <a:gd name="connsiteX0" fmla="*/ 5 w 4413441"/>
              <a:gd name="connsiteY0" fmla="*/ 3166840 h 9229773"/>
              <a:gd name="connsiteX1" fmla="*/ 2192651 w 4413441"/>
              <a:gd name="connsiteY1" fmla="*/ 509 h 9229773"/>
              <a:gd name="connsiteX2" fmla="*/ 4413337 w 4413441"/>
              <a:gd name="connsiteY2" fmla="*/ 3360237 h 9229773"/>
              <a:gd name="connsiteX3" fmla="*/ 4413337 w 4413441"/>
              <a:gd name="connsiteY3" fmla="*/ 9229773 h 9229773"/>
              <a:gd name="connsiteX4" fmla="*/ 14519 w 4413441"/>
              <a:gd name="connsiteY4" fmla="*/ 9229773 h 9229773"/>
              <a:gd name="connsiteX5" fmla="*/ 5 w 4413441"/>
              <a:gd name="connsiteY5" fmla="*/ 3166840 h 9229773"/>
              <a:gd name="connsiteX0" fmla="*/ 409 w 4413845"/>
              <a:gd name="connsiteY0" fmla="*/ 3168349 h 9231282"/>
              <a:gd name="connsiteX1" fmla="*/ 2193055 w 4413845"/>
              <a:gd name="connsiteY1" fmla="*/ 2018 h 9231282"/>
              <a:gd name="connsiteX2" fmla="*/ 4413741 w 4413845"/>
              <a:gd name="connsiteY2" fmla="*/ 3361746 h 9231282"/>
              <a:gd name="connsiteX3" fmla="*/ 4413741 w 4413845"/>
              <a:gd name="connsiteY3" fmla="*/ 9231282 h 9231282"/>
              <a:gd name="connsiteX4" fmla="*/ 14923 w 4413845"/>
              <a:gd name="connsiteY4" fmla="*/ 9231282 h 9231282"/>
              <a:gd name="connsiteX5" fmla="*/ 409 w 4413845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0 w 4413332"/>
              <a:gd name="connsiteY0" fmla="*/ 654982 h 6717915"/>
              <a:gd name="connsiteX1" fmla="*/ 4413332 w 4413332"/>
              <a:gd name="connsiteY1" fmla="*/ 848379 h 6717915"/>
              <a:gd name="connsiteX2" fmla="*/ 4413332 w 4413332"/>
              <a:gd name="connsiteY2" fmla="*/ 6717915 h 6717915"/>
              <a:gd name="connsiteX3" fmla="*/ 14514 w 4413332"/>
              <a:gd name="connsiteY3" fmla="*/ 6717915 h 6717915"/>
              <a:gd name="connsiteX4" fmla="*/ 0 w 4413332"/>
              <a:gd name="connsiteY4" fmla="*/ 654982 h 6717915"/>
              <a:gd name="connsiteX0" fmla="*/ 0 w 4413332"/>
              <a:gd name="connsiteY0" fmla="*/ 739402 h 6802335"/>
              <a:gd name="connsiteX1" fmla="*/ 4413332 w 4413332"/>
              <a:gd name="connsiteY1" fmla="*/ 932799 h 6802335"/>
              <a:gd name="connsiteX2" fmla="*/ 4413332 w 4413332"/>
              <a:gd name="connsiteY2" fmla="*/ 6802335 h 6802335"/>
              <a:gd name="connsiteX3" fmla="*/ 14514 w 4413332"/>
              <a:gd name="connsiteY3" fmla="*/ 6802335 h 6802335"/>
              <a:gd name="connsiteX4" fmla="*/ 0 w 4413332"/>
              <a:gd name="connsiteY4" fmla="*/ 739402 h 6802335"/>
              <a:gd name="connsiteX0" fmla="*/ 543547 w 4956879"/>
              <a:gd name="connsiteY0" fmla="*/ 739402 h 6802335"/>
              <a:gd name="connsiteX1" fmla="*/ 4956879 w 4956879"/>
              <a:gd name="connsiteY1" fmla="*/ 932799 h 6802335"/>
              <a:gd name="connsiteX2" fmla="*/ 4956879 w 4956879"/>
              <a:gd name="connsiteY2" fmla="*/ 6802335 h 6802335"/>
              <a:gd name="connsiteX3" fmla="*/ 558061 w 4956879"/>
              <a:gd name="connsiteY3" fmla="*/ 6802335 h 6802335"/>
              <a:gd name="connsiteX4" fmla="*/ 543547 w 495687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402032 h 6464965"/>
              <a:gd name="connsiteX1" fmla="*/ 4727899 w 4727899"/>
              <a:gd name="connsiteY1" fmla="*/ 595429 h 6464965"/>
              <a:gd name="connsiteX2" fmla="*/ 4727899 w 4727899"/>
              <a:gd name="connsiteY2" fmla="*/ 6464965 h 6464965"/>
              <a:gd name="connsiteX3" fmla="*/ 329081 w 4727899"/>
              <a:gd name="connsiteY3" fmla="*/ 6464965 h 6464965"/>
              <a:gd name="connsiteX4" fmla="*/ 314567 w 4727899"/>
              <a:gd name="connsiteY4" fmla="*/ 402032 h 6464965"/>
              <a:gd name="connsiteX0" fmla="*/ 314567 w 4727899"/>
              <a:gd name="connsiteY0" fmla="*/ -1 h 6062932"/>
              <a:gd name="connsiteX1" fmla="*/ 4727899 w 4727899"/>
              <a:gd name="connsiteY1" fmla="*/ 193396 h 6062932"/>
              <a:gd name="connsiteX2" fmla="*/ 4727899 w 4727899"/>
              <a:gd name="connsiteY2" fmla="*/ 6062932 h 6062932"/>
              <a:gd name="connsiteX3" fmla="*/ 329081 w 4727899"/>
              <a:gd name="connsiteY3" fmla="*/ 6062932 h 6062932"/>
              <a:gd name="connsiteX4" fmla="*/ 314567 w 4727899"/>
              <a:gd name="connsiteY4" fmla="*/ -1 h 6062932"/>
              <a:gd name="connsiteX0" fmla="*/ 328681 w 4722963"/>
              <a:gd name="connsiteY0" fmla="*/ 0 h 6725716"/>
              <a:gd name="connsiteX1" fmla="*/ 4722963 w 4722963"/>
              <a:gd name="connsiteY1" fmla="*/ 856180 h 6725716"/>
              <a:gd name="connsiteX2" fmla="*/ 4722963 w 4722963"/>
              <a:gd name="connsiteY2" fmla="*/ 6725716 h 6725716"/>
              <a:gd name="connsiteX3" fmla="*/ 324145 w 4722963"/>
              <a:gd name="connsiteY3" fmla="*/ 6725716 h 6725716"/>
              <a:gd name="connsiteX4" fmla="*/ 328681 w 4722963"/>
              <a:gd name="connsiteY4" fmla="*/ 0 h 6725716"/>
              <a:gd name="connsiteX0" fmla="*/ 328681 w 4722963"/>
              <a:gd name="connsiteY0" fmla="*/ 11853 h 6737569"/>
              <a:gd name="connsiteX1" fmla="*/ 4703913 w 4722963"/>
              <a:gd name="connsiteY1" fmla="*/ 21928 h 6737569"/>
              <a:gd name="connsiteX2" fmla="*/ 4722963 w 4722963"/>
              <a:gd name="connsiteY2" fmla="*/ 6737569 h 6737569"/>
              <a:gd name="connsiteX3" fmla="*/ 324145 w 4722963"/>
              <a:gd name="connsiteY3" fmla="*/ 6737569 h 6737569"/>
              <a:gd name="connsiteX4" fmla="*/ 328681 w 4722963"/>
              <a:gd name="connsiteY4" fmla="*/ 11853 h 6737569"/>
              <a:gd name="connsiteX0" fmla="*/ 328681 w 4732488"/>
              <a:gd name="connsiteY0" fmla="*/ 11853 h 6737569"/>
              <a:gd name="connsiteX1" fmla="*/ 4732488 w 4732488"/>
              <a:gd name="connsiteY1" fmla="*/ 21928 h 6737569"/>
              <a:gd name="connsiteX2" fmla="*/ 4722963 w 4732488"/>
              <a:gd name="connsiteY2" fmla="*/ 6737569 h 6737569"/>
              <a:gd name="connsiteX3" fmla="*/ 324145 w 4732488"/>
              <a:gd name="connsiteY3" fmla="*/ 6737569 h 6737569"/>
              <a:gd name="connsiteX4" fmla="*/ 328681 w 4732488"/>
              <a:gd name="connsiteY4" fmla="*/ 11853 h 6737569"/>
              <a:gd name="connsiteX0" fmla="*/ 328681 w 4732488"/>
              <a:gd name="connsiteY0" fmla="*/ 14013 h 6739729"/>
              <a:gd name="connsiteX1" fmla="*/ 4732488 w 4732488"/>
              <a:gd name="connsiteY1" fmla="*/ 24088 h 6739729"/>
              <a:gd name="connsiteX2" fmla="*/ 4722963 w 4732488"/>
              <a:gd name="connsiteY2" fmla="*/ 6739729 h 6739729"/>
              <a:gd name="connsiteX3" fmla="*/ 324145 w 4732488"/>
              <a:gd name="connsiteY3" fmla="*/ 6739729 h 6739729"/>
              <a:gd name="connsiteX4" fmla="*/ 328681 w 4732488"/>
              <a:gd name="connsiteY4" fmla="*/ 14013 h 6739729"/>
              <a:gd name="connsiteX0" fmla="*/ 328681 w 4732488"/>
              <a:gd name="connsiteY0" fmla="*/ 23214 h 6748930"/>
              <a:gd name="connsiteX1" fmla="*/ 4732488 w 4732488"/>
              <a:gd name="connsiteY1" fmla="*/ 33289 h 6748930"/>
              <a:gd name="connsiteX2" fmla="*/ 4722963 w 4732488"/>
              <a:gd name="connsiteY2" fmla="*/ 6748930 h 6748930"/>
              <a:gd name="connsiteX3" fmla="*/ 324145 w 4732488"/>
              <a:gd name="connsiteY3" fmla="*/ 6748930 h 6748930"/>
              <a:gd name="connsiteX4" fmla="*/ 328681 w 4732488"/>
              <a:gd name="connsiteY4" fmla="*/ 23214 h 6748930"/>
              <a:gd name="connsiteX0" fmla="*/ 328681 w 4722963"/>
              <a:gd name="connsiteY0" fmla="*/ 79782 h 6805498"/>
              <a:gd name="connsiteX1" fmla="*/ 4722963 w 4722963"/>
              <a:gd name="connsiteY1" fmla="*/ 19348 h 6805498"/>
              <a:gd name="connsiteX2" fmla="*/ 4722963 w 4722963"/>
              <a:gd name="connsiteY2" fmla="*/ 6805498 h 6805498"/>
              <a:gd name="connsiteX3" fmla="*/ 324145 w 4722963"/>
              <a:gd name="connsiteY3" fmla="*/ 6805498 h 6805498"/>
              <a:gd name="connsiteX4" fmla="*/ 328681 w 4722963"/>
              <a:gd name="connsiteY4" fmla="*/ 79782 h 6805498"/>
              <a:gd name="connsiteX0" fmla="*/ 328681 w 4722963"/>
              <a:gd name="connsiteY0" fmla="*/ 60433 h 6786149"/>
              <a:gd name="connsiteX1" fmla="*/ 4722963 w 4722963"/>
              <a:gd name="connsiteY1" fmla="*/ -1 h 6786149"/>
              <a:gd name="connsiteX2" fmla="*/ 4722963 w 4722963"/>
              <a:gd name="connsiteY2" fmla="*/ 6786149 h 6786149"/>
              <a:gd name="connsiteX3" fmla="*/ 324145 w 4722963"/>
              <a:gd name="connsiteY3" fmla="*/ 6786149 h 6786149"/>
              <a:gd name="connsiteX4" fmla="*/ 328681 w 4722963"/>
              <a:gd name="connsiteY4" fmla="*/ 60433 h 6786149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1605 w 4725412"/>
              <a:gd name="connsiteY0" fmla="*/ 0 h 6768022"/>
              <a:gd name="connsiteX1" fmla="*/ 4725412 w 4725412"/>
              <a:gd name="connsiteY1" fmla="*/ 24177 h 6768022"/>
              <a:gd name="connsiteX2" fmla="*/ 4725412 w 4725412"/>
              <a:gd name="connsiteY2" fmla="*/ 6768022 h 6768022"/>
              <a:gd name="connsiteX3" fmla="*/ 326594 w 4725412"/>
              <a:gd name="connsiteY3" fmla="*/ 6768022 h 6768022"/>
              <a:gd name="connsiteX4" fmla="*/ 321605 w 4725412"/>
              <a:gd name="connsiteY4" fmla="*/ 0 h 6768022"/>
              <a:gd name="connsiteX0" fmla="*/ 314566 w 4727898"/>
              <a:gd name="connsiteY0" fmla="*/ 32230 h 6743845"/>
              <a:gd name="connsiteX1" fmla="*/ 4727898 w 4727898"/>
              <a:gd name="connsiteY1" fmla="*/ 0 h 6743845"/>
              <a:gd name="connsiteX2" fmla="*/ 4727898 w 4727898"/>
              <a:gd name="connsiteY2" fmla="*/ 6743845 h 6743845"/>
              <a:gd name="connsiteX3" fmla="*/ 329080 w 4727898"/>
              <a:gd name="connsiteY3" fmla="*/ 6743845 h 6743845"/>
              <a:gd name="connsiteX4" fmla="*/ 314566 w 4727898"/>
              <a:gd name="connsiteY4" fmla="*/ 32230 h 6743845"/>
              <a:gd name="connsiteX0" fmla="*/ 328681 w 4722963"/>
              <a:gd name="connsiteY0" fmla="*/ 0 h 6753920"/>
              <a:gd name="connsiteX1" fmla="*/ 4722963 w 4722963"/>
              <a:gd name="connsiteY1" fmla="*/ 10075 h 6753920"/>
              <a:gd name="connsiteX2" fmla="*/ 4722963 w 4722963"/>
              <a:gd name="connsiteY2" fmla="*/ 6753920 h 6753920"/>
              <a:gd name="connsiteX3" fmla="*/ 324145 w 4722963"/>
              <a:gd name="connsiteY3" fmla="*/ 6753920 h 6753920"/>
              <a:gd name="connsiteX4" fmla="*/ 328681 w 4722963"/>
              <a:gd name="connsiteY4" fmla="*/ 0 h 6753920"/>
              <a:gd name="connsiteX0" fmla="*/ 15819 w 4410101"/>
              <a:gd name="connsiteY0" fmla="*/ 0 h 6753920"/>
              <a:gd name="connsiteX1" fmla="*/ 4410101 w 4410101"/>
              <a:gd name="connsiteY1" fmla="*/ 10075 h 6753920"/>
              <a:gd name="connsiteX2" fmla="*/ 4410101 w 4410101"/>
              <a:gd name="connsiteY2" fmla="*/ 6753920 h 6753920"/>
              <a:gd name="connsiteX3" fmla="*/ 11283 w 4410101"/>
              <a:gd name="connsiteY3" fmla="*/ 6753920 h 6753920"/>
              <a:gd name="connsiteX4" fmla="*/ 15819 w 4410101"/>
              <a:gd name="connsiteY4" fmla="*/ 0 h 6753920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25 w 4399043"/>
              <a:gd name="connsiteY3" fmla="*/ 6753920 h 6753920"/>
              <a:gd name="connsiteX4" fmla="*/ 4761 w 4399043"/>
              <a:gd name="connsiteY4" fmla="*/ 0 h 6753920"/>
              <a:gd name="connsiteX0" fmla="*/ 4761 w 4399043"/>
              <a:gd name="connsiteY0" fmla="*/ 0 h 6756472"/>
              <a:gd name="connsiteX1" fmla="*/ 4399043 w 4399043"/>
              <a:gd name="connsiteY1" fmla="*/ 10075 h 6756472"/>
              <a:gd name="connsiteX2" fmla="*/ 4399043 w 4399043"/>
              <a:gd name="connsiteY2" fmla="*/ 6753920 h 6756472"/>
              <a:gd name="connsiteX3" fmla="*/ 1974151 w 4399043"/>
              <a:gd name="connsiteY3" fmla="*/ 6756472 h 6756472"/>
              <a:gd name="connsiteX4" fmla="*/ 225 w 4399043"/>
              <a:gd name="connsiteY4" fmla="*/ 6753920 h 6756472"/>
              <a:gd name="connsiteX5" fmla="*/ 4761 w 4399043"/>
              <a:gd name="connsiteY5" fmla="*/ 0 h 6756472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160841 w 4399043"/>
              <a:gd name="connsiteY3" fmla="*/ 6750831 h 6753920"/>
              <a:gd name="connsiteX4" fmla="*/ 225 w 4399043"/>
              <a:gd name="connsiteY4" fmla="*/ 6753920 h 6753920"/>
              <a:gd name="connsiteX5" fmla="*/ 4761 w 4399043"/>
              <a:gd name="connsiteY5" fmla="*/ 0 h 6753920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8814 w 4403096"/>
              <a:gd name="connsiteY0" fmla="*/ 0 h 8330229"/>
              <a:gd name="connsiteX1" fmla="*/ 4403096 w 4403096"/>
              <a:gd name="connsiteY1" fmla="*/ 10075 h 8330229"/>
              <a:gd name="connsiteX2" fmla="*/ 4403096 w 4403096"/>
              <a:gd name="connsiteY2" fmla="*/ 6753920 h 8330229"/>
              <a:gd name="connsiteX3" fmla="*/ 2124254 w 4403096"/>
              <a:gd name="connsiteY3" fmla="*/ 8330228 h 8330229"/>
              <a:gd name="connsiteX4" fmla="*/ 4278 w 4403096"/>
              <a:gd name="connsiteY4" fmla="*/ 6753920 h 8330229"/>
              <a:gd name="connsiteX5" fmla="*/ 8814 w 4403096"/>
              <a:gd name="connsiteY5" fmla="*/ 0 h 8330229"/>
              <a:gd name="connsiteX0" fmla="*/ 8814 w 4406551"/>
              <a:gd name="connsiteY0" fmla="*/ 0 h 8330229"/>
              <a:gd name="connsiteX1" fmla="*/ 4403096 w 4406551"/>
              <a:gd name="connsiteY1" fmla="*/ 10075 h 8330229"/>
              <a:gd name="connsiteX2" fmla="*/ 4403096 w 4406551"/>
              <a:gd name="connsiteY2" fmla="*/ 6753920 h 8330229"/>
              <a:gd name="connsiteX3" fmla="*/ 2124254 w 4406551"/>
              <a:gd name="connsiteY3" fmla="*/ 8330228 h 8330229"/>
              <a:gd name="connsiteX4" fmla="*/ 4278 w 4406551"/>
              <a:gd name="connsiteY4" fmla="*/ 6753920 h 8330229"/>
              <a:gd name="connsiteX5" fmla="*/ 8814 w 4406551"/>
              <a:gd name="connsiteY5" fmla="*/ 0 h 8330229"/>
              <a:gd name="connsiteX0" fmla="*/ 157735 w 4721572"/>
              <a:gd name="connsiteY0" fmla="*/ 0 h 9082323"/>
              <a:gd name="connsiteX1" fmla="*/ 4552017 w 4721572"/>
              <a:gd name="connsiteY1" fmla="*/ 10075 h 9082323"/>
              <a:gd name="connsiteX2" fmla="*/ 4552017 w 4721572"/>
              <a:gd name="connsiteY2" fmla="*/ 6753920 h 9082323"/>
              <a:gd name="connsiteX3" fmla="*/ 2263015 w 4721572"/>
              <a:gd name="connsiteY3" fmla="*/ 9082323 h 9082323"/>
              <a:gd name="connsiteX4" fmla="*/ 153199 w 4721572"/>
              <a:gd name="connsiteY4" fmla="*/ 6753920 h 9082323"/>
              <a:gd name="connsiteX5" fmla="*/ 157735 w 4721572"/>
              <a:gd name="connsiteY5" fmla="*/ 0 h 9082323"/>
              <a:gd name="connsiteX0" fmla="*/ 157735 w 4554497"/>
              <a:gd name="connsiteY0" fmla="*/ 0 h 9082323"/>
              <a:gd name="connsiteX1" fmla="*/ 4552017 w 4554497"/>
              <a:gd name="connsiteY1" fmla="*/ 10075 h 9082323"/>
              <a:gd name="connsiteX2" fmla="*/ 4552017 w 4554497"/>
              <a:gd name="connsiteY2" fmla="*/ 6753920 h 9082323"/>
              <a:gd name="connsiteX3" fmla="*/ 2263015 w 4554497"/>
              <a:gd name="connsiteY3" fmla="*/ 9082323 h 9082323"/>
              <a:gd name="connsiteX4" fmla="*/ 153199 w 4554497"/>
              <a:gd name="connsiteY4" fmla="*/ 6753920 h 9082323"/>
              <a:gd name="connsiteX5" fmla="*/ 157735 w 4554497"/>
              <a:gd name="connsiteY5" fmla="*/ 0 h 9082323"/>
              <a:gd name="connsiteX0" fmla="*/ 12177 w 4408939"/>
              <a:gd name="connsiteY0" fmla="*/ 0 h 9082324"/>
              <a:gd name="connsiteX1" fmla="*/ 4406459 w 4408939"/>
              <a:gd name="connsiteY1" fmla="*/ 10075 h 9082324"/>
              <a:gd name="connsiteX2" fmla="*/ 4406459 w 4408939"/>
              <a:gd name="connsiteY2" fmla="*/ 6753920 h 9082324"/>
              <a:gd name="connsiteX3" fmla="*/ 2117457 w 4408939"/>
              <a:gd name="connsiteY3" fmla="*/ 9082323 h 9082324"/>
              <a:gd name="connsiteX4" fmla="*/ 7641 w 4408939"/>
              <a:gd name="connsiteY4" fmla="*/ 6753920 h 9082324"/>
              <a:gd name="connsiteX5" fmla="*/ 12177 w 4408939"/>
              <a:gd name="connsiteY5" fmla="*/ 0 h 9082324"/>
              <a:gd name="connsiteX0" fmla="*/ 4934 w 4401696"/>
              <a:gd name="connsiteY0" fmla="*/ 0 h 9082324"/>
              <a:gd name="connsiteX1" fmla="*/ 4399216 w 4401696"/>
              <a:gd name="connsiteY1" fmla="*/ 10075 h 9082324"/>
              <a:gd name="connsiteX2" fmla="*/ 4399216 w 4401696"/>
              <a:gd name="connsiteY2" fmla="*/ 6753920 h 9082324"/>
              <a:gd name="connsiteX3" fmla="*/ 2110214 w 4401696"/>
              <a:gd name="connsiteY3" fmla="*/ 9082323 h 9082324"/>
              <a:gd name="connsiteX4" fmla="*/ 398 w 4401696"/>
              <a:gd name="connsiteY4" fmla="*/ 6753920 h 9082324"/>
              <a:gd name="connsiteX5" fmla="*/ 4934 w 4401696"/>
              <a:gd name="connsiteY5" fmla="*/ 0 h 9082324"/>
              <a:gd name="connsiteX0" fmla="*/ 151716 w 4721574"/>
              <a:gd name="connsiteY0" fmla="*/ 0 h 9398203"/>
              <a:gd name="connsiteX1" fmla="*/ 4545998 w 4721574"/>
              <a:gd name="connsiteY1" fmla="*/ 10075 h 9398203"/>
              <a:gd name="connsiteX2" fmla="*/ 4545998 w 4721574"/>
              <a:gd name="connsiteY2" fmla="*/ 6753920 h 9398203"/>
              <a:gd name="connsiteX3" fmla="*/ 2175716 w 4721574"/>
              <a:gd name="connsiteY3" fmla="*/ 9398203 h 9398203"/>
              <a:gd name="connsiteX4" fmla="*/ 147180 w 4721574"/>
              <a:gd name="connsiteY4" fmla="*/ 6753920 h 9398203"/>
              <a:gd name="connsiteX5" fmla="*/ 151716 w 4721574"/>
              <a:gd name="connsiteY5" fmla="*/ 0 h 9398203"/>
              <a:gd name="connsiteX0" fmla="*/ 4766 w 4574624"/>
              <a:gd name="connsiteY0" fmla="*/ 0 h 9398203"/>
              <a:gd name="connsiteX1" fmla="*/ 4399048 w 4574624"/>
              <a:gd name="connsiteY1" fmla="*/ 10075 h 9398203"/>
              <a:gd name="connsiteX2" fmla="*/ 4399048 w 4574624"/>
              <a:gd name="connsiteY2" fmla="*/ 6753920 h 9398203"/>
              <a:gd name="connsiteX3" fmla="*/ 2028766 w 4574624"/>
              <a:gd name="connsiteY3" fmla="*/ 9398203 h 9398203"/>
              <a:gd name="connsiteX4" fmla="*/ 230 w 4574624"/>
              <a:gd name="connsiteY4" fmla="*/ 6753920 h 9398203"/>
              <a:gd name="connsiteX5" fmla="*/ 4766 w 4574624"/>
              <a:gd name="connsiteY5" fmla="*/ 0 h 9398203"/>
              <a:gd name="connsiteX0" fmla="*/ 4766 w 4399116"/>
              <a:gd name="connsiteY0" fmla="*/ 0 h 9398203"/>
              <a:gd name="connsiteX1" fmla="*/ 4399048 w 4399116"/>
              <a:gd name="connsiteY1" fmla="*/ 10075 h 9398203"/>
              <a:gd name="connsiteX2" fmla="*/ 4399048 w 4399116"/>
              <a:gd name="connsiteY2" fmla="*/ 6753920 h 9398203"/>
              <a:gd name="connsiteX3" fmla="*/ 2028766 w 4399116"/>
              <a:gd name="connsiteY3" fmla="*/ 9398203 h 9398203"/>
              <a:gd name="connsiteX4" fmla="*/ 230 w 4399116"/>
              <a:gd name="connsiteY4" fmla="*/ 6753920 h 9398203"/>
              <a:gd name="connsiteX5" fmla="*/ 4766 w 4399116"/>
              <a:gd name="connsiteY5" fmla="*/ 0 h 9398203"/>
              <a:gd name="connsiteX0" fmla="*/ 157735 w 4721572"/>
              <a:gd name="connsiteY0" fmla="*/ 0 h 9398203"/>
              <a:gd name="connsiteX1" fmla="*/ 4552017 w 4721572"/>
              <a:gd name="connsiteY1" fmla="*/ 10075 h 9398203"/>
              <a:gd name="connsiteX2" fmla="*/ 4552017 w 4721572"/>
              <a:gd name="connsiteY2" fmla="*/ 6753920 h 9398203"/>
              <a:gd name="connsiteX3" fmla="*/ 2263015 w 4721572"/>
              <a:gd name="connsiteY3" fmla="*/ 9398203 h 9398203"/>
              <a:gd name="connsiteX4" fmla="*/ 153199 w 4721572"/>
              <a:gd name="connsiteY4" fmla="*/ 6753920 h 9398203"/>
              <a:gd name="connsiteX5" fmla="*/ 157735 w 4721572"/>
              <a:gd name="connsiteY5" fmla="*/ 0 h 9398203"/>
              <a:gd name="connsiteX0" fmla="*/ 162249 w 4721571"/>
              <a:gd name="connsiteY0" fmla="*/ 0 h 9383161"/>
              <a:gd name="connsiteX1" fmla="*/ 4556531 w 4721571"/>
              <a:gd name="connsiteY1" fmla="*/ 10075 h 9383161"/>
              <a:gd name="connsiteX2" fmla="*/ 4556531 w 4721571"/>
              <a:gd name="connsiteY2" fmla="*/ 6753920 h 9383161"/>
              <a:gd name="connsiteX3" fmla="*/ 2328489 w 4721571"/>
              <a:gd name="connsiteY3" fmla="*/ 9383161 h 9383161"/>
              <a:gd name="connsiteX4" fmla="*/ 157713 w 4721571"/>
              <a:gd name="connsiteY4" fmla="*/ 6753920 h 9383161"/>
              <a:gd name="connsiteX5" fmla="*/ 162249 w 4721571"/>
              <a:gd name="connsiteY5" fmla="*/ 0 h 9383161"/>
              <a:gd name="connsiteX0" fmla="*/ 162249 w 4556543"/>
              <a:gd name="connsiteY0" fmla="*/ 0 h 9383161"/>
              <a:gd name="connsiteX1" fmla="*/ 4556531 w 4556543"/>
              <a:gd name="connsiteY1" fmla="*/ 10075 h 9383161"/>
              <a:gd name="connsiteX2" fmla="*/ 4556531 w 4556543"/>
              <a:gd name="connsiteY2" fmla="*/ 6753920 h 9383161"/>
              <a:gd name="connsiteX3" fmla="*/ 2328489 w 4556543"/>
              <a:gd name="connsiteY3" fmla="*/ 9383161 h 9383161"/>
              <a:gd name="connsiteX4" fmla="*/ 157713 w 4556543"/>
              <a:gd name="connsiteY4" fmla="*/ 6753920 h 9383161"/>
              <a:gd name="connsiteX5" fmla="*/ 162249 w 4556543"/>
              <a:gd name="connsiteY5" fmla="*/ 0 h 9383161"/>
              <a:gd name="connsiteX0" fmla="*/ 5618 w 4399912"/>
              <a:gd name="connsiteY0" fmla="*/ 0 h 9383161"/>
              <a:gd name="connsiteX1" fmla="*/ 4399900 w 4399912"/>
              <a:gd name="connsiteY1" fmla="*/ 10075 h 9383161"/>
              <a:gd name="connsiteX2" fmla="*/ 4399900 w 4399912"/>
              <a:gd name="connsiteY2" fmla="*/ 6753920 h 9383161"/>
              <a:gd name="connsiteX3" fmla="*/ 2171858 w 4399912"/>
              <a:gd name="connsiteY3" fmla="*/ 9383161 h 9383161"/>
              <a:gd name="connsiteX4" fmla="*/ 1082 w 4399912"/>
              <a:gd name="connsiteY4" fmla="*/ 6753920 h 9383161"/>
              <a:gd name="connsiteX5" fmla="*/ 5618 w 4399912"/>
              <a:gd name="connsiteY5" fmla="*/ 0 h 9383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9912" h="9383161">
                <a:moveTo>
                  <a:pt x="5618" y="0"/>
                </a:moveTo>
                <a:lnTo>
                  <a:pt x="4399900" y="10075"/>
                </a:lnTo>
                <a:cubicBezTo>
                  <a:pt x="4399900" y="2258023"/>
                  <a:pt x="4395320" y="5086445"/>
                  <a:pt x="4399900" y="6753920"/>
                </a:cubicBezTo>
                <a:cubicBezTo>
                  <a:pt x="4404480" y="8421395"/>
                  <a:pt x="3142677" y="9382131"/>
                  <a:pt x="2171858" y="9383161"/>
                </a:cubicBezTo>
                <a:cubicBezTo>
                  <a:pt x="1201039" y="9384191"/>
                  <a:pt x="6522" y="8423074"/>
                  <a:pt x="1082" y="6753920"/>
                </a:cubicBezTo>
                <a:cubicBezTo>
                  <a:pt x="-4358" y="5084766"/>
                  <a:pt x="12875" y="3031466"/>
                  <a:pt x="561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 dirty="0"/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78AF6899-D2F1-2487-15C5-435DBDC153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217" y="4541460"/>
            <a:ext cx="6594764" cy="807580"/>
          </a:xfrm>
        </p:spPr>
        <p:txBody>
          <a:bodyPr>
            <a:noAutofit/>
          </a:bodyPr>
          <a:lstStyle>
            <a:lvl1pPr marL="0" indent="0">
              <a:buNone/>
              <a:defRPr sz="2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Subtítulo</a:t>
            </a:r>
            <a:endParaRPr lang="en-001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15565EC-2F83-1D04-EF04-45D0765CDADF}"/>
              </a:ext>
            </a:extLst>
          </p:cNvPr>
          <p:cNvGrpSpPr/>
          <p:nvPr userDrawn="1"/>
        </p:nvGrpSpPr>
        <p:grpSpPr>
          <a:xfrm>
            <a:off x="-71120" y="299543"/>
            <a:ext cx="4236720" cy="1250034"/>
            <a:chOff x="-71120" y="299543"/>
            <a:chExt cx="4236720" cy="1250034"/>
          </a:xfrm>
        </p:grpSpPr>
        <p:sp>
          <p:nvSpPr>
            <p:cNvPr id="11" name="Diagrama de flujo: retraso 7">
              <a:extLst>
                <a:ext uri="{FF2B5EF4-FFF2-40B4-BE49-F238E27FC236}">
                  <a16:creationId xmlns:a16="http://schemas.microsoft.com/office/drawing/2014/main" id="{339DC15F-FEB6-9C43-1529-8D51E30546D0}"/>
                </a:ext>
              </a:extLst>
            </p:cNvPr>
            <p:cNvSpPr/>
            <p:nvPr userDrawn="1"/>
          </p:nvSpPr>
          <p:spPr>
            <a:xfrm>
              <a:off x="-71120" y="299543"/>
              <a:ext cx="4236720" cy="1250034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A81E7C44-3138-7D6C-67D3-0B14B3C5DA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61202" y="542643"/>
              <a:ext cx="2761221" cy="763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126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95FECDCD-82C0-8BA5-788C-5A0178BBF9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198177"/>
          </a:xfrm>
          <a:pattFill prst="pct5">
            <a:fgClr>
              <a:srgbClr val="E6E2F6"/>
            </a:fgClr>
            <a:bgClr>
              <a:schemeClr val="bg1"/>
            </a:bgClr>
          </a:pattFill>
        </p:spPr>
        <p:txBody>
          <a:bodyPr/>
          <a:lstStyle/>
          <a:p>
            <a:endParaRPr lang="en-001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85E1E1D-4726-809D-75A6-622E72492758}"/>
              </a:ext>
            </a:extLst>
          </p:cNvPr>
          <p:cNvSpPr/>
          <p:nvPr userDrawn="1"/>
        </p:nvSpPr>
        <p:spPr>
          <a:xfrm>
            <a:off x="-40640" y="3198177"/>
            <a:ext cx="1534160" cy="3730943"/>
          </a:xfrm>
          <a:prstGeom prst="rect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2" name="Diagrama de flujo: terminador 11">
            <a:extLst>
              <a:ext uri="{FF2B5EF4-FFF2-40B4-BE49-F238E27FC236}">
                <a16:creationId xmlns:a16="http://schemas.microsoft.com/office/drawing/2014/main" id="{8D8198FF-28C9-D7B8-92D2-5FF778AAAEB2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7D459B-9DDB-3AB1-12A6-E20741D8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381285"/>
            <a:ext cx="6329680" cy="850264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CA60FA-7144-879E-F3E9-29B0269ECB1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25600" y="4363856"/>
            <a:ext cx="9738360" cy="1784849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>
                <a:latin typeface="Suprema" panose="020B0303020000020003" pitchFamily="34" charset="0"/>
              </a:defRPr>
            </a:lvl2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BAB17-FAD9-8ACB-B8B5-182223E3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n>
                  <a:noFill/>
                </a:ln>
                <a:solidFill>
                  <a:schemeClr val="bg2"/>
                </a:solidFill>
                <a:latin typeface="+mj-lt"/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8F8A007-3F22-E3C9-F4AF-F3A62867D113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8" name="Diagrama de flujo: retraso 7">
              <a:extLst>
                <a:ext uri="{FF2B5EF4-FFF2-40B4-BE49-F238E27FC236}">
                  <a16:creationId xmlns:a16="http://schemas.microsoft.com/office/drawing/2014/main" id="{81DB4354-342E-AFA3-0579-AC95AB7C180B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78F7E3BF-A683-67FA-897D-B2B867680E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544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2">
            <a:extLst>
              <a:ext uri="{FF2B5EF4-FFF2-40B4-BE49-F238E27FC236}">
                <a16:creationId xmlns:a16="http://schemas.microsoft.com/office/drawing/2014/main" id="{2C149E25-1DBE-DFC7-0F9E-6D07C38AAF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9934" y="-5162"/>
            <a:ext cx="5903038" cy="6891917"/>
          </a:xfrm>
          <a:custGeom>
            <a:avLst/>
            <a:gdLst>
              <a:gd name="connsiteX0" fmla="*/ 0 w 4398818"/>
              <a:gd name="connsiteY0" fmla="*/ 0 h 6858002"/>
              <a:gd name="connsiteX1" fmla="*/ 4398818 w 4398818"/>
              <a:gd name="connsiteY1" fmla="*/ 0 h 6858002"/>
              <a:gd name="connsiteX2" fmla="*/ 4398818 w 4398818"/>
              <a:gd name="connsiteY2" fmla="*/ 6858002 h 6858002"/>
              <a:gd name="connsiteX3" fmla="*/ 0 w 4398818"/>
              <a:gd name="connsiteY3" fmla="*/ 6858002 h 6858002"/>
              <a:gd name="connsiteX4" fmla="*/ 0 w 4398818"/>
              <a:gd name="connsiteY4" fmla="*/ 0 h 6858002"/>
              <a:gd name="connsiteX0" fmla="*/ 0 w 4398818"/>
              <a:gd name="connsiteY0" fmla="*/ 29027 h 6887029"/>
              <a:gd name="connsiteX1" fmla="*/ 1989446 w 4398818"/>
              <a:gd name="connsiteY1" fmla="*/ 0 h 6887029"/>
              <a:gd name="connsiteX2" fmla="*/ 4398818 w 4398818"/>
              <a:gd name="connsiteY2" fmla="*/ 29027 h 6887029"/>
              <a:gd name="connsiteX3" fmla="*/ 4398818 w 4398818"/>
              <a:gd name="connsiteY3" fmla="*/ 6887029 h 6887029"/>
              <a:gd name="connsiteX4" fmla="*/ 0 w 4398818"/>
              <a:gd name="connsiteY4" fmla="*/ 6887029 h 6887029"/>
              <a:gd name="connsiteX5" fmla="*/ 0 w 4398818"/>
              <a:gd name="connsiteY5" fmla="*/ 29027 h 6887029"/>
              <a:gd name="connsiteX0" fmla="*/ 0 w 4398818"/>
              <a:gd name="connsiteY0" fmla="*/ 2371262 h 9229264"/>
              <a:gd name="connsiteX1" fmla="*/ 2178132 w 4398818"/>
              <a:gd name="connsiteY1" fmla="*/ 0 h 9229264"/>
              <a:gd name="connsiteX2" fmla="*/ 4398818 w 4398818"/>
              <a:gd name="connsiteY2" fmla="*/ 2371262 h 9229264"/>
              <a:gd name="connsiteX3" fmla="*/ 4398818 w 4398818"/>
              <a:gd name="connsiteY3" fmla="*/ 9229264 h 9229264"/>
              <a:gd name="connsiteX4" fmla="*/ 0 w 4398818"/>
              <a:gd name="connsiteY4" fmla="*/ 9229264 h 9229264"/>
              <a:gd name="connsiteX5" fmla="*/ 0 w 4398818"/>
              <a:gd name="connsiteY5" fmla="*/ 2371262 h 9229264"/>
              <a:gd name="connsiteX0" fmla="*/ 0 w 4398818"/>
              <a:gd name="connsiteY0" fmla="*/ 2374802 h 9232804"/>
              <a:gd name="connsiteX1" fmla="*/ 2178132 w 4398818"/>
              <a:gd name="connsiteY1" fmla="*/ 3540 h 9232804"/>
              <a:gd name="connsiteX2" fmla="*/ 4398818 w 4398818"/>
              <a:gd name="connsiteY2" fmla="*/ 2374802 h 9232804"/>
              <a:gd name="connsiteX3" fmla="*/ 4398818 w 4398818"/>
              <a:gd name="connsiteY3" fmla="*/ 9232804 h 9232804"/>
              <a:gd name="connsiteX4" fmla="*/ 0 w 4398818"/>
              <a:gd name="connsiteY4" fmla="*/ 9232804 h 9232804"/>
              <a:gd name="connsiteX5" fmla="*/ 0 w 4398818"/>
              <a:gd name="connsiteY5" fmla="*/ 2374802 h 9232804"/>
              <a:gd name="connsiteX0" fmla="*/ 146 w 4398964"/>
              <a:gd name="connsiteY0" fmla="*/ 2378414 h 9236416"/>
              <a:gd name="connsiteX1" fmla="*/ 2178278 w 4398964"/>
              <a:gd name="connsiteY1" fmla="*/ 7152 h 9236416"/>
              <a:gd name="connsiteX2" fmla="*/ 4398964 w 4398964"/>
              <a:gd name="connsiteY2" fmla="*/ 2378414 h 9236416"/>
              <a:gd name="connsiteX3" fmla="*/ 4398964 w 4398964"/>
              <a:gd name="connsiteY3" fmla="*/ 9236416 h 9236416"/>
              <a:gd name="connsiteX4" fmla="*/ 146 w 4398964"/>
              <a:gd name="connsiteY4" fmla="*/ 9236416 h 9236416"/>
              <a:gd name="connsiteX5" fmla="*/ 146 w 4398964"/>
              <a:gd name="connsiteY5" fmla="*/ 2378414 h 9236416"/>
              <a:gd name="connsiteX0" fmla="*/ 146 w 4399540"/>
              <a:gd name="connsiteY0" fmla="*/ 2378415 h 9236417"/>
              <a:gd name="connsiteX1" fmla="*/ 2178278 w 4399540"/>
              <a:gd name="connsiteY1" fmla="*/ 7153 h 9236417"/>
              <a:gd name="connsiteX2" fmla="*/ 4398964 w 4399540"/>
              <a:gd name="connsiteY2" fmla="*/ 2378415 h 9236417"/>
              <a:gd name="connsiteX3" fmla="*/ 4398964 w 4399540"/>
              <a:gd name="connsiteY3" fmla="*/ 9236417 h 9236417"/>
              <a:gd name="connsiteX4" fmla="*/ 146 w 4399540"/>
              <a:gd name="connsiteY4" fmla="*/ 9236417 h 9236417"/>
              <a:gd name="connsiteX5" fmla="*/ 146 w 4399540"/>
              <a:gd name="connsiteY5" fmla="*/ 2378415 h 9236417"/>
              <a:gd name="connsiteX0" fmla="*/ 146 w 4399068"/>
              <a:gd name="connsiteY0" fmla="*/ 2391546 h 9249548"/>
              <a:gd name="connsiteX1" fmla="*/ 2178278 w 4399068"/>
              <a:gd name="connsiteY1" fmla="*/ 20284 h 9249548"/>
              <a:gd name="connsiteX2" fmla="*/ 4398964 w 4399068"/>
              <a:gd name="connsiteY2" fmla="*/ 3380012 h 9249548"/>
              <a:gd name="connsiteX3" fmla="*/ 4398964 w 4399068"/>
              <a:gd name="connsiteY3" fmla="*/ 9249548 h 9249548"/>
              <a:gd name="connsiteX4" fmla="*/ 146 w 4399068"/>
              <a:gd name="connsiteY4" fmla="*/ 9249548 h 9249548"/>
              <a:gd name="connsiteX5" fmla="*/ 146 w 4399068"/>
              <a:gd name="connsiteY5" fmla="*/ 2391546 h 9249548"/>
              <a:gd name="connsiteX0" fmla="*/ 5 w 4413441"/>
              <a:gd name="connsiteY0" fmla="*/ 3166840 h 9229773"/>
              <a:gd name="connsiteX1" fmla="*/ 2192651 w 4413441"/>
              <a:gd name="connsiteY1" fmla="*/ 509 h 9229773"/>
              <a:gd name="connsiteX2" fmla="*/ 4413337 w 4413441"/>
              <a:gd name="connsiteY2" fmla="*/ 3360237 h 9229773"/>
              <a:gd name="connsiteX3" fmla="*/ 4413337 w 4413441"/>
              <a:gd name="connsiteY3" fmla="*/ 9229773 h 9229773"/>
              <a:gd name="connsiteX4" fmla="*/ 14519 w 4413441"/>
              <a:gd name="connsiteY4" fmla="*/ 9229773 h 9229773"/>
              <a:gd name="connsiteX5" fmla="*/ 5 w 4413441"/>
              <a:gd name="connsiteY5" fmla="*/ 3166840 h 9229773"/>
              <a:gd name="connsiteX0" fmla="*/ 409 w 4413845"/>
              <a:gd name="connsiteY0" fmla="*/ 3168349 h 9231282"/>
              <a:gd name="connsiteX1" fmla="*/ 2193055 w 4413845"/>
              <a:gd name="connsiteY1" fmla="*/ 2018 h 9231282"/>
              <a:gd name="connsiteX2" fmla="*/ 4413741 w 4413845"/>
              <a:gd name="connsiteY2" fmla="*/ 3361746 h 9231282"/>
              <a:gd name="connsiteX3" fmla="*/ 4413741 w 4413845"/>
              <a:gd name="connsiteY3" fmla="*/ 9231282 h 9231282"/>
              <a:gd name="connsiteX4" fmla="*/ 14923 w 4413845"/>
              <a:gd name="connsiteY4" fmla="*/ 9231282 h 9231282"/>
              <a:gd name="connsiteX5" fmla="*/ 409 w 4413845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0 w 4413332"/>
              <a:gd name="connsiteY0" fmla="*/ 654982 h 6717915"/>
              <a:gd name="connsiteX1" fmla="*/ 4413332 w 4413332"/>
              <a:gd name="connsiteY1" fmla="*/ 848379 h 6717915"/>
              <a:gd name="connsiteX2" fmla="*/ 4413332 w 4413332"/>
              <a:gd name="connsiteY2" fmla="*/ 6717915 h 6717915"/>
              <a:gd name="connsiteX3" fmla="*/ 14514 w 4413332"/>
              <a:gd name="connsiteY3" fmla="*/ 6717915 h 6717915"/>
              <a:gd name="connsiteX4" fmla="*/ 0 w 4413332"/>
              <a:gd name="connsiteY4" fmla="*/ 654982 h 6717915"/>
              <a:gd name="connsiteX0" fmla="*/ 0 w 4413332"/>
              <a:gd name="connsiteY0" fmla="*/ 739402 h 6802335"/>
              <a:gd name="connsiteX1" fmla="*/ 4413332 w 4413332"/>
              <a:gd name="connsiteY1" fmla="*/ 932799 h 6802335"/>
              <a:gd name="connsiteX2" fmla="*/ 4413332 w 4413332"/>
              <a:gd name="connsiteY2" fmla="*/ 6802335 h 6802335"/>
              <a:gd name="connsiteX3" fmla="*/ 14514 w 4413332"/>
              <a:gd name="connsiteY3" fmla="*/ 6802335 h 6802335"/>
              <a:gd name="connsiteX4" fmla="*/ 0 w 4413332"/>
              <a:gd name="connsiteY4" fmla="*/ 739402 h 6802335"/>
              <a:gd name="connsiteX0" fmla="*/ 543547 w 4956879"/>
              <a:gd name="connsiteY0" fmla="*/ 739402 h 6802335"/>
              <a:gd name="connsiteX1" fmla="*/ 4956879 w 4956879"/>
              <a:gd name="connsiteY1" fmla="*/ 932799 h 6802335"/>
              <a:gd name="connsiteX2" fmla="*/ 4956879 w 4956879"/>
              <a:gd name="connsiteY2" fmla="*/ 6802335 h 6802335"/>
              <a:gd name="connsiteX3" fmla="*/ 558061 w 4956879"/>
              <a:gd name="connsiteY3" fmla="*/ 6802335 h 6802335"/>
              <a:gd name="connsiteX4" fmla="*/ 543547 w 495687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402032 h 6464965"/>
              <a:gd name="connsiteX1" fmla="*/ 4727899 w 4727899"/>
              <a:gd name="connsiteY1" fmla="*/ 595429 h 6464965"/>
              <a:gd name="connsiteX2" fmla="*/ 4727899 w 4727899"/>
              <a:gd name="connsiteY2" fmla="*/ 6464965 h 6464965"/>
              <a:gd name="connsiteX3" fmla="*/ 329081 w 4727899"/>
              <a:gd name="connsiteY3" fmla="*/ 6464965 h 6464965"/>
              <a:gd name="connsiteX4" fmla="*/ 314567 w 4727899"/>
              <a:gd name="connsiteY4" fmla="*/ 402032 h 6464965"/>
              <a:gd name="connsiteX0" fmla="*/ 314567 w 4727899"/>
              <a:gd name="connsiteY0" fmla="*/ -1 h 6062932"/>
              <a:gd name="connsiteX1" fmla="*/ 4727899 w 4727899"/>
              <a:gd name="connsiteY1" fmla="*/ 193396 h 6062932"/>
              <a:gd name="connsiteX2" fmla="*/ 4727899 w 4727899"/>
              <a:gd name="connsiteY2" fmla="*/ 6062932 h 6062932"/>
              <a:gd name="connsiteX3" fmla="*/ 329081 w 4727899"/>
              <a:gd name="connsiteY3" fmla="*/ 6062932 h 6062932"/>
              <a:gd name="connsiteX4" fmla="*/ 314567 w 4727899"/>
              <a:gd name="connsiteY4" fmla="*/ -1 h 6062932"/>
              <a:gd name="connsiteX0" fmla="*/ 328681 w 4722963"/>
              <a:gd name="connsiteY0" fmla="*/ 0 h 6725716"/>
              <a:gd name="connsiteX1" fmla="*/ 4722963 w 4722963"/>
              <a:gd name="connsiteY1" fmla="*/ 856180 h 6725716"/>
              <a:gd name="connsiteX2" fmla="*/ 4722963 w 4722963"/>
              <a:gd name="connsiteY2" fmla="*/ 6725716 h 6725716"/>
              <a:gd name="connsiteX3" fmla="*/ 324145 w 4722963"/>
              <a:gd name="connsiteY3" fmla="*/ 6725716 h 6725716"/>
              <a:gd name="connsiteX4" fmla="*/ 328681 w 4722963"/>
              <a:gd name="connsiteY4" fmla="*/ 0 h 6725716"/>
              <a:gd name="connsiteX0" fmla="*/ 328681 w 4722963"/>
              <a:gd name="connsiteY0" fmla="*/ 11853 h 6737569"/>
              <a:gd name="connsiteX1" fmla="*/ 4703913 w 4722963"/>
              <a:gd name="connsiteY1" fmla="*/ 21928 h 6737569"/>
              <a:gd name="connsiteX2" fmla="*/ 4722963 w 4722963"/>
              <a:gd name="connsiteY2" fmla="*/ 6737569 h 6737569"/>
              <a:gd name="connsiteX3" fmla="*/ 324145 w 4722963"/>
              <a:gd name="connsiteY3" fmla="*/ 6737569 h 6737569"/>
              <a:gd name="connsiteX4" fmla="*/ 328681 w 4722963"/>
              <a:gd name="connsiteY4" fmla="*/ 11853 h 6737569"/>
              <a:gd name="connsiteX0" fmla="*/ 328681 w 4732488"/>
              <a:gd name="connsiteY0" fmla="*/ 11853 h 6737569"/>
              <a:gd name="connsiteX1" fmla="*/ 4732488 w 4732488"/>
              <a:gd name="connsiteY1" fmla="*/ 21928 h 6737569"/>
              <a:gd name="connsiteX2" fmla="*/ 4722963 w 4732488"/>
              <a:gd name="connsiteY2" fmla="*/ 6737569 h 6737569"/>
              <a:gd name="connsiteX3" fmla="*/ 324145 w 4732488"/>
              <a:gd name="connsiteY3" fmla="*/ 6737569 h 6737569"/>
              <a:gd name="connsiteX4" fmla="*/ 328681 w 4732488"/>
              <a:gd name="connsiteY4" fmla="*/ 11853 h 6737569"/>
              <a:gd name="connsiteX0" fmla="*/ 328681 w 4732488"/>
              <a:gd name="connsiteY0" fmla="*/ 14013 h 6739729"/>
              <a:gd name="connsiteX1" fmla="*/ 4732488 w 4732488"/>
              <a:gd name="connsiteY1" fmla="*/ 24088 h 6739729"/>
              <a:gd name="connsiteX2" fmla="*/ 4722963 w 4732488"/>
              <a:gd name="connsiteY2" fmla="*/ 6739729 h 6739729"/>
              <a:gd name="connsiteX3" fmla="*/ 324145 w 4732488"/>
              <a:gd name="connsiteY3" fmla="*/ 6739729 h 6739729"/>
              <a:gd name="connsiteX4" fmla="*/ 328681 w 4732488"/>
              <a:gd name="connsiteY4" fmla="*/ 14013 h 6739729"/>
              <a:gd name="connsiteX0" fmla="*/ 328681 w 4732488"/>
              <a:gd name="connsiteY0" fmla="*/ 23214 h 6748930"/>
              <a:gd name="connsiteX1" fmla="*/ 4732488 w 4732488"/>
              <a:gd name="connsiteY1" fmla="*/ 33289 h 6748930"/>
              <a:gd name="connsiteX2" fmla="*/ 4722963 w 4732488"/>
              <a:gd name="connsiteY2" fmla="*/ 6748930 h 6748930"/>
              <a:gd name="connsiteX3" fmla="*/ 324145 w 4732488"/>
              <a:gd name="connsiteY3" fmla="*/ 6748930 h 6748930"/>
              <a:gd name="connsiteX4" fmla="*/ 328681 w 4732488"/>
              <a:gd name="connsiteY4" fmla="*/ 23214 h 6748930"/>
              <a:gd name="connsiteX0" fmla="*/ 328681 w 4722963"/>
              <a:gd name="connsiteY0" fmla="*/ 79782 h 6805498"/>
              <a:gd name="connsiteX1" fmla="*/ 4722963 w 4722963"/>
              <a:gd name="connsiteY1" fmla="*/ 19348 h 6805498"/>
              <a:gd name="connsiteX2" fmla="*/ 4722963 w 4722963"/>
              <a:gd name="connsiteY2" fmla="*/ 6805498 h 6805498"/>
              <a:gd name="connsiteX3" fmla="*/ 324145 w 4722963"/>
              <a:gd name="connsiteY3" fmla="*/ 6805498 h 6805498"/>
              <a:gd name="connsiteX4" fmla="*/ 328681 w 4722963"/>
              <a:gd name="connsiteY4" fmla="*/ 79782 h 6805498"/>
              <a:gd name="connsiteX0" fmla="*/ 328681 w 4722963"/>
              <a:gd name="connsiteY0" fmla="*/ 60433 h 6786149"/>
              <a:gd name="connsiteX1" fmla="*/ 4722963 w 4722963"/>
              <a:gd name="connsiteY1" fmla="*/ -1 h 6786149"/>
              <a:gd name="connsiteX2" fmla="*/ 4722963 w 4722963"/>
              <a:gd name="connsiteY2" fmla="*/ 6786149 h 6786149"/>
              <a:gd name="connsiteX3" fmla="*/ 324145 w 4722963"/>
              <a:gd name="connsiteY3" fmla="*/ 6786149 h 6786149"/>
              <a:gd name="connsiteX4" fmla="*/ 328681 w 4722963"/>
              <a:gd name="connsiteY4" fmla="*/ 60433 h 6786149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1605 w 4725412"/>
              <a:gd name="connsiteY0" fmla="*/ 0 h 6768022"/>
              <a:gd name="connsiteX1" fmla="*/ 4725412 w 4725412"/>
              <a:gd name="connsiteY1" fmla="*/ 24177 h 6768022"/>
              <a:gd name="connsiteX2" fmla="*/ 4725412 w 4725412"/>
              <a:gd name="connsiteY2" fmla="*/ 6768022 h 6768022"/>
              <a:gd name="connsiteX3" fmla="*/ 326594 w 4725412"/>
              <a:gd name="connsiteY3" fmla="*/ 6768022 h 6768022"/>
              <a:gd name="connsiteX4" fmla="*/ 321605 w 4725412"/>
              <a:gd name="connsiteY4" fmla="*/ 0 h 6768022"/>
              <a:gd name="connsiteX0" fmla="*/ 314566 w 4727898"/>
              <a:gd name="connsiteY0" fmla="*/ 32230 h 6743845"/>
              <a:gd name="connsiteX1" fmla="*/ 4727898 w 4727898"/>
              <a:gd name="connsiteY1" fmla="*/ 0 h 6743845"/>
              <a:gd name="connsiteX2" fmla="*/ 4727898 w 4727898"/>
              <a:gd name="connsiteY2" fmla="*/ 6743845 h 6743845"/>
              <a:gd name="connsiteX3" fmla="*/ 329080 w 4727898"/>
              <a:gd name="connsiteY3" fmla="*/ 6743845 h 6743845"/>
              <a:gd name="connsiteX4" fmla="*/ 314566 w 4727898"/>
              <a:gd name="connsiteY4" fmla="*/ 32230 h 6743845"/>
              <a:gd name="connsiteX0" fmla="*/ 328681 w 4722963"/>
              <a:gd name="connsiteY0" fmla="*/ 0 h 6753920"/>
              <a:gd name="connsiteX1" fmla="*/ 4722963 w 4722963"/>
              <a:gd name="connsiteY1" fmla="*/ 10075 h 6753920"/>
              <a:gd name="connsiteX2" fmla="*/ 4722963 w 4722963"/>
              <a:gd name="connsiteY2" fmla="*/ 6753920 h 6753920"/>
              <a:gd name="connsiteX3" fmla="*/ 324145 w 4722963"/>
              <a:gd name="connsiteY3" fmla="*/ 6753920 h 6753920"/>
              <a:gd name="connsiteX4" fmla="*/ 328681 w 4722963"/>
              <a:gd name="connsiteY4" fmla="*/ 0 h 6753920"/>
              <a:gd name="connsiteX0" fmla="*/ 15819 w 4410101"/>
              <a:gd name="connsiteY0" fmla="*/ 0 h 6753920"/>
              <a:gd name="connsiteX1" fmla="*/ 4410101 w 4410101"/>
              <a:gd name="connsiteY1" fmla="*/ 10075 h 6753920"/>
              <a:gd name="connsiteX2" fmla="*/ 4410101 w 4410101"/>
              <a:gd name="connsiteY2" fmla="*/ 6753920 h 6753920"/>
              <a:gd name="connsiteX3" fmla="*/ 11283 w 4410101"/>
              <a:gd name="connsiteY3" fmla="*/ 6753920 h 6753920"/>
              <a:gd name="connsiteX4" fmla="*/ 15819 w 4410101"/>
              <a:gd name="connsiteY4" fmla="*/ 0 h 6753920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25 w 4399043"/>
              <a:gd name="connsiteY3" fmla="*/ 6753920 h 6753920"/>
              <a:gd name="connsiteX4" fmla="*/ 4761 w 4399043"/>
              <a:gd name="connsiteY4" fmla="*/ 0 h 6753920"/>
              <a:gd name="connsiteX0" fmla="*/ 4761 w 4399043"/>
              <a:gd name="connsiteY0" fmla="*/ 0 h 6756472"/>
              <a:gd name="connsiteX1" fmla="*/ 4399043 w 4399043"/>
              <a:gd name="connsiteY1" fmla="*/ 10075 h 6756472"/>
              <a:gd name="connsiteX2" fmla="*/ 4399043 w 4399043"/>
              <a:gd name="connsiteY2" fmla="*/ 6753920 h 6756472"/>
              <a:gd name="connsiteX3" fmla="*/ 1974151 w 4399043"/>
              <a:gd name="connsiteY3" fmla="*/ 6756472 h 6756472"/>
              <a:gd name="connsiteX4" fmla="*/ 225 w 4399043"/>
              <a:gd name="connsiteY4" fmla="*/ 6753920 h 6756472"/>
              <a:gd name="connsiteX5" fmla="*/ 4761 w 4399043"/>
              <a:gd name="connsiteY5" fmla="*/ 0 h 6756472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160841 w 4399043"/>
              <a:gd name="connsiteY3" fmla="*/ 6750831 h 6753920"/>
              <a:gd name="connsiteX4" fmla="*/ 225 w 4399043"/>
              <a:gd name="connsiteY4" fmla="*/ 6753920 h 6753920"/>
              <a:gd name="connsiteX5" fmla="*/ 4761 w 4399043"/>
              <a:gd name="connsiteY5" fmla="*/ 0 h 6753920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8814 w 4403096"/>
              <a:gd name="connsiteY0" fmla="*/ 0 h 8330229"/>
              <a:gd name="connsiteX1" fmla="*/ 4403096 w 4403096"/>
              <a:gd name="connsiteY1" fmla="*/ 10075 h 8330229"/>
              <a:gd name="connsiteX2" fmla="*/ 4403096 w 4403096"/>
              <a:gd name="connsiteY2" fmla="*/ 6753920 h 8330229"/>
              <a:gd name="connsiteX3" fmla="*/ 2124254 w 4403096"/>
              <a:gd name="connsiteY3" fmla="*/ 8330228 h 8330229"/>
              <a:gd name="connsiteX4" fmla="*/ 4278 w 4403096"/>
              <a:gd name="connsiteY4" fmla="*/ 6753920 h 8330229"/>
              <a:gd name="connsiteX5" fmla="*/ 8814 w 4403096"/>
              <a:gd name="connsiteY5" fmla="*/ 0 h 8330229"/>
              <a:gd name="connsiteX0" fmla="*/ 8814 w 4406551"/>
              <a:gd name="connsiteY0" fmla="*/ 0 h 8330229"/>
              <a:gd name="connsiteX1" fmla="*/ 4403096 w 4406551"/>
              <a:gd name="connsiteY1" fmla="*/ 10075 h 8330229"/>
              <a:gd name="connsiteX2" fmla="*/ 4403096 w 4406551"/>
              <a:gd name="connsiteY2" fmla="*/ 6753920 h 8330229"/>
              <a:gd name="connsiteX3" fmla="*/ 2124254 w 4406551"/>
              <a:gd name="connsiteY3" fmla="*/ 8330228 h 8330229"/>
              <a:gd name="connsiteX4" fmla="*/ 4278 w 4406551"/>
              <a:gd name="connsiteY4" fmla="*/ 6753920 h 8330229"/>
              <a:gd name="connsiteX5" fmla="*/ 8814 w 4406551"/>
              <a:gd name="connsiteY5" fmla="*/ 0 h 8330229"/>
              <a:gd name="connsiteX0" fmla="*/ 157735 w 4721572"/>
              <a:gd name="connsiteY0" fmla="*/ 0 h 9082323"/>
              <a:gd name="connsiteX1" fmla="*/ 4552017 w 4721572"/>
              <a:gd name="connsiteY1" fmla="*/ 10075 h 9082323"/>
              <a:gd name="connsiteX2" fmla="*/ 4552017 w 4721572"/>
              <a:gd name="connsiteY2" fmla="*/ 6753920 h 9082323"/>
              <a:gd name="connsiteX3" fmla="*/ 2263015 w 4721572"/>
              <a:gd name="connsiteY3" fmla="*/ 9082323 h 9082323"/>
              <a:gd name="connsiteX4" fmla="*/ 153199 w 4721572"/>
              <a:gd name="connsiteY4" fmla="*/ 6753920 h 9082323"/>
              <a:gd name="connsiteX5" fmla="*/ 157735 w 4721572"/>
              <a:gd name="connsiteY5" fmla="*/ 0 h 9082323"/>
              <a:gd name="connsiteX0" fmla="*/ 157735 w 4554497"/>
              <a:gd name="connsiteY0" fmla="*/ 0 h 9082323"/>
              <a:gd name="connsiteX1" fmla="*/ 4552017 w 4554497"/>
              <a:gd name="connsiteY1" fmla="*/ 10075 h 9082323"/>
              <a:gd name="connsiteX2" fmla="*/ 4552017 w 4554497"/>
              <a:gd name="connsiteY2" fmla="*/ 6753920 h 9082323"/>
              <a:gd name="connsiteX3" fmla="*/ 2263015 w 4554497"/>
              <a:gd name="connsiteY3" fmla="*/ 9082323 h 9082323"/>
              <a:gd name="connsiteX4" fmla="*/ 153199 w 4554497"/>
              <a:gd name="connsiteY4" fmla="*/ 6753920 h 9082323"/>
              <a:gd name="connsiteX5" fmla="*/ 157735 w 4554497"/>
              <a:gd name="connsiteY5" fmla="*/ 0 h 9082323"/>
              <a:gd name="connsiteX0" fmla="*/ 12177 w 4408939"/>
              <a:gd name="connsiteY0" fmla="*/ 0 h 9082324"/>
              <a:gd name="connsiteX1" fmla="*/ 4406459 w 4408939"/>
              <a:gd name="connsiteY1" fmla="*/ 10075 h 9082324"/>
              <a:gd name="connsiteX2" fmla="*/ 4406459 w 4408939"/>
              <a:gd name="connsiteY2" fmla="*/ 6753920 h 9082324"/>
              <a:gd name="connsiteX3" fmla="*/ 2117457 w 4408939"/>
              <a:gd name="connsiteY3" fmla="*/ 9082323 h 9082324"/>
              <a:gd name="connsiteX4" fmla="*/ 7641 w 4408939"/>
              <a:gd name="connsiteY4" fmla="*/ 6753920 h 9082324"/>
              <a:gd name="connsiteX5" fmla="*/ 12177 w 4408939"/>
              <a:gd name="connsiteY5" fmla="*/ 0 h 9082324"/>
              <a:gd name="connsiteX0" fmla="*/ 4934 w 4401696"/>
              <a:gd name="connsiteY0" fmla="*/ 0 h 9082324"/>
              <a:gd name="connsiteX1" fmla="*/ 4399216 w 4401696"/>
              <a:gd name="connsiteY1" fmla="*/ 10075 h 9082324"/>
              <a:gd name="connsiteX2" fmla="*/ 4399216 w 4401696"/>
              <a:gd name="connsiteY2" fmla="*/ 6753920 h 9082324"/>
              <a:gd name="connsiteX3" fmla="*/ 2110214 w 4401696"/>
              <a:gd name="connsiteY3" fmla="*/ 9082323 h 9082324"/>
              <a:gd name="connsiteX4" fmla="*/ 398 w 4401696"/>
              <a:gd name="connsiteY4" fmla="*/ 6753920 h 9082324"/>
              <a:gd name="connsiteX5" fmla="*/ 4934 w 4401696"/>
              <a:gd name="connsiteY5" fmla="*/ 0 h 9082324"/>
              <a:gd name="connsiteX0" fmla="*/ 151716 w 4721574"/>
              <a:gd name="connsiteY0" fmla="*/ 0 h 9398203"/>
              <a:gd name="connsiteX1" fmla="*/ 4545998 w 4721574"/>
              <a:gd name="connsiteY1" fmla="*/ 10075 h 9398203"/>
              <a:gd name="connsiteX2" fmla="*/ 4545998 w 4721574"/>
              <a:gd name="connsiteY2" fmla="*/ 6753920 h 9398203"/>
              <a:gd name="connsiteX3" fmla="*/ 2175716 w 4721574"/>
              <a:gd name="connsiteY3" fmla="*/ 9398203 h 9398203"/>
              <a:gd name="connsiteX4" fmla="*/ 147180 w 4721574"/>
              <a:gd name="connsiteY4" fmla="*/ 6753920 h 9398203"/>
              <a:gd name="connsiteX5" fmla="*/ 151716 w 4721574"/>
              <a:gd name="connsiteY5" fmla="*/ 0 h 9398203"/>
              <a:gd name="connsiteX0" fmla="*/ 4766 w 4574624"/>
              <a:gd name="connsiteY0" fmla="*/ 0 h 9398203"/>
              <a:gd name="connsiteX1" fmla="*/ 4399048 w 4574624"/>
              <a:gd name="connsiteY1" fmla="*/ 10075 h 9398203"/>
              <a:gd name="connsiteX2" fmla="*/ 4399048 w 4574624"/>
              <a:gd name="connsiteY2" fmla="*/ 6753920 h 9398203"/>
              <a:gd name="connsiteX3" fmla="*/ 2028766 w 4574624"/>
              <a:gd name="connsiteY3" fmla="*/ 9398203 h 9398203"/>
              <a:gd name="connsiteX4" fmla="*/ 230 w 4574624"/>
              <a:gd name="connsiteY4" fmla="*/ 6753920 h 9398203"/>
              <a:gd name="connsiteX5" fmla="*/ 4766 w 4574624"/>
              <a:gd name="connsiteY5" fmla="*/ 0 h 9398203"/>
              <a:gd name="connsiteX0" fmla="*/ 4766 w 4399116"/>
              <a:gd name="connsiteY0" fmla="*/ 0 h 9398203"/>
              <a:gd name="connsiteX1" fmla="*/ 4399048 w 4399116"/>
              <a:gd name="connsiteY1" fmla="*/ 10075 h 9398203"/>
              <a:gd name="connsiteX2" fmla="*/ 4399048 w 4399116"/>
              <a:gd name="connsiteY2" fmla="*/ 6753920 h 9398203"/>
              <a:gd name="connsiteX3" fmla="*/ 2028766 w 4399116"/>
              <a:gd name="connsiteY3" fmla="*/ 9398203 h 9398203"/>
              <a:gd name="connsiteX4" fmla="*/ 230 w 4399116"/>
              <a:gd name="connsiteY4" fmla="*/ 6753920 h 9398203"/>
              <a:gd name="connsiteX5" fmla="*/ 4766 w 4399116"/>
              <a:gd name="connsiteY5" fmla="*/ 0 h 9398203"/>
              <a:gd name="connsiteX0" fmla="*/ 157735 w 4721572"/>
              <a:gd name="connsiteY0" fmla="*/ 0 h 9398203"/>
              <a:gd name="connsiteX1" fmla="*/ 4552017 w 4721572"/>
              <a:gd name="connsiteY1" fmla="*/ 10075 h 9398203"/>
              <a:gd name="connsiteX2" fmla="*/ 4552017 w 4721572"/>
              <a:gd name="connsiteY2" fmla="*/ 6753920 h 9398203"/>
              <a:gd name="connsiteX3" fmla="*/ 2263015 w 4721572"/>
              <a:gd name="connsiteY3" fmla="*/ 9398203 h 9398203"/>
              <a:gd name="connsiteX4" fmla="*/ 153199 w 4721572"/>
              <a:gd name="connsiteY4" fmla="*/ 6753920 h 9398203"/>
              <a:gd name="connsiteX5" fmla="*/ 157735 w 4721572"/>
              <a:gd name="connsiteY5" fmla="*/ 0 h 9398203"/>
              <a:gd name="connsiteX0" fmla="*/ 162249 w 4721571"/>
              <a:gd name="connsiteY0" fmla="*/ 0 h 9383161"/>
              <a:gd name="connsiteX1" fmla="*/ 4556531 w 4721571"/>
              <a:gd name="connsiteY1" fmla="*/ 10075 h 9383161"/>
              <a:gd name="connsiteX2" fmla="*/ 4556531 w 4721571"/>
              <a:gd name="connsiteY2" fmla="*/ 6753920 h 9383161"/>
              <a:gd name="connsiteX3" fmla="*/ 2328489 w 4721571"/>
              <a:gd name="connsiteY3" fmla="*/ 9383161 h 9383161"/>
              <a:gd name="connsiteX4" fmla="*/ 157713 w 4721571"/>
              <a:gd name="connsiteY4" fmla="*/ 6753920 h 9383161"/>
              <a:gd name="connsiteX5" fmla="*/ 162249 w 4721571"/>
              <a:gd name="connsiteY5" fmla="*/ 0 h 9383161"/>
              <a:gd name="connsiteX0" fmla="*/ 162249 w 4556543"/>
              <a:gd name="connsiteY0" fmla="*/ 0 h 9383161"/>
              <a:gd name="connsiteX1" fmla="*/ 4556531 w 4556543"/>
              <a:gd name="connsiteY1" fmla="*/ 10075 h 9383161"/>
              <a:gd name="connsiteX2" fmla="*/ 4556531 w 4556543"/>
              <a:gd name="connsiteY2" fmla="*/ 6753920 h 9383161"/>
              <a:gd name="connsiteX3" fmla="*/ 2328489 w 4556543"/>
              <a:gd name="connsiteY3" fmla="*/ 9383161 h 9383161"/>
              <a:gd name="connsiteX4" fmla="*/ 157713 w 4556543"/>
              <a:gd name="connsiteY4" fmla="*/ 6753920 h 9383161"/>
              <a:gd name="connsiteX5" fmla="*/ 162249 w 4556543"/>
              <a:gd name="connsiteY5" fmla="*/ 0 h 9383161"/>
              <a:gd name="connsiteX0" fmla="*/ 5618 w 4399912"/>
              <a:gd name="connsiteY0" fmla="*/ 0 h 9383161"/>
              <a:gd name="connsiteX1" fmla="*/ 4399900 w 4399912"/>
              <a:gd name="connsiteY1" fmla="*/ 10075 h 9383161"/>
              <a:gd name="connsiteX2" fmla="*/ 4399900 w 4399912"/>
              <a:gd name="connsiteY2" fmla="*/ 6753920 h 9383161"/>
              <a:gd name="connsiteX3" fmla="*/ 2171858 w 4399912"/>
              <a:gd name="connsiteY3" fmla="*/ 9383161 h 9383161"/>
              <a:gd name="connsiteX4" fmla="*/ 1082 w 4399912"/>
              <a:gd name="connsiteY4" fmla="*/ 6753920 h 9383161"/>
              <a:gd name="connsiteX5" fmla="*/ 5618 w 4399912"/>
              <a:gd name="connsiteY5" fmla="*/ 0 h 9383161"/>
              <a:gd name="connsiteX0" fmla="*/ 5618 w 4725738"/>
              <a:gd name="connsiteY0" fmla="*/ 0 h 7597529"/>
              <a:gd name="connsiteX1" fmla="*/ 4399900 w 4725738"/>
              <a:gd name="connsiteY1" fmla="*/ 10075 h 7597529"/>
              <a:gd name="connsiteX2" fmla="*/ 4399900 w 4725738"/>
              <a:gd name="connsiteY2" fmla="*/ 6753920 h 7597529"/>
              <a:gd name="connsiteX3" fmla="*/ 1082 w 4725738"/>
              <a:gd name="connsiteY3" fmla="*/ 6753920 h 7597529"/>
              <a:gd name="connsiteX4" fmla="*/ 5618 w 4725738"/>
              <a:gd name="connsiteY4" fmla="*/ 0 h 7597529"/>
              <a:gd name="connsiteX0" fmla="*/ 5618 w 4725738"/>
              <a:gd name="connsiteY0" fmla="*/ 0 h 7680823"/>
              <a:gd name="connsiteX1" fmla="*/ 4399900 w 4725738"/>
              <a:gd name="connsiteY1" fmla="*/ 10075 h 7680823"/>
              <a:gd name="connsiteX2" fmla="*/ 4399900 w 4725738"/>
              <a:gd name="connsiteY2" fmla="*/ 6753920 h 7680823"/>
              <a:gd name="connsiteX3" fmla="*/ 1082 w 4725738"/>
              <a:gd name="connsiteY3" fmla="*/ 6753920 h 7680823"/>
              <a:gd name="connsiteX4" fmla="*/ 5618 w 4725738"/>
              <a:gd name="connsiteY4" fmla="*/ 0 h 7680823"/>
              <a:gd name="connsiteX0" fmla="*/ 5618 w 4725738"/>
              <a:gd name="connsiteY0" fmla="*/ 0 h 7680823"/>
              <a:gd name="connsiteX1" fmla="*/ 4399900 w 4725738"/>
              <a:gd name="connsiteY1" fmla="*/ 10075 h 7680823"/>
              <a:gd name="connsiteX2" fmla="*/ 4399900 w 4725738"/>
              <a:gd name="connsiteY2" fmla="*/ 6753920 h 7680823"/>
              <a:gd name="connsiteX3" fmla="*/ 1082 w 4725738"/>
              <a:gd name="connsiteY3" fmla="*/ 6753920 h 7680823"/>
              <a:gd name="connsiteX4" fmla="*/ 5618 w 4725738"/>
              <a:gd name="connsiteY4" fmla="*/ 0 h 7680823"/>
              <a:gd name="connsiteX0" fmla="*/ 5618 w 4399900"/>
              <a:gd name="connsiteY0" fmla="*/ 0 h 7680823"/>
              <a:gd name="connsiteX1" fmla="*/ 4399900 w 4399900"/>
              <a:gd name="connsiteY1" fmla="*/ 10075 h 7680823"/>
              <a:gd name="connsiteX2" fmla="*/ 4399900 w 4399900"/>
              <a:gd name="connsiteY2" fmla="*/ 6753920 h 7680823"/>
              <a:gd name="connsiteX3" fmla="*/ 1082 w 4399900"/>
              <a:gd name="connsiteY3" fmla="*/ 6753920 h 7680823"/>
              <a:gd name="connsiteX4" fmla="*/ 5618 w 4399900"/>
              <a:gd name="connsiteY4" fmla="*/ 0 h 7680823"/>
              <a:gd name="connsiteX0" fmla="*/ 5618 w 4399900"/>
              <a:gd name="connsiteY0" fmla="*/ 0 h 10403717"/>
              <a:gd name="connsiteX1" fmla="*/ 4399900 w 4399900"/>
              <a:gd name="connsiteY1" fmla="*/ 10075 h 10403717"/>
              <a:gd name="connsiteX2" fmla="*/ 4399900 w 4399900"/>
              <a:gd name="connsiteY2" fmla="*/ 10168426 h 10403717"/>
              <a:gd name="connsiteX3" fmla="*/ 1082 w 4399900"/>
              <a:gd name="connsiteY3" fmla="*/ 6753920 h 10403717"/>
              <a:gd name="connsiteX4" fmla="*/ 5618 w 4399900"/>
              <a:gd name="connsiteY4" fmla="*/ 0 h 10403717"/>
              <a:gd name="connsiteX0" fmla="*/ 25396 w 4419678"/>
              <a:gd name="connsiteY0" fmla="*/ 0 h 11095328"/>
              <a:gd name="connsiteX1" fmla="*/ 4419678 w 4419678"/>
              <a:gd name="connsiteY1" fmla="*/ 10075 h 11095328"/>
              <a:gd name="connsiteX2" fmla="*/ 4419678 w 4419678"/>
              <a:gd name="connsiteY2" fmla="*/ 10168426 h 11095328"/>
              <a:gd name="connsiteX3" fmla="*/ 540 w 4419678"/>
              <a:gd name="connsiteY3" fmla="*/ 10168424 h 11095328"/>
              <a:gd name="connsiteX4" fmla="*/ 25396 w 4419678"/>
              <a:gd name="connsiteY4" fmla="*/ 0 h 11095328"/>
              <a:gd name="connsiteX0" fmla="*/ 25396 w 4419678"/>
              <a:gd name="connsiteY0" fmla="*/ 0 h 10667969"/>
              <a:gd name="connsiteX1" fmla="*/ 4419678 w 4419678"/>
              <a:gd name="connsiteY1" fmla="*/ 10075 h 10667969"/>
              <a:gd name="connsiteX2" fmla="*/ 4419678 w 4419678"/>
              <a:gd name="connsiteY2" fmla="*/ 10168426 h 10667969"/>
              <a:gd name="connsiteX3" fmla="*/ 540 w 4419678"/>
              <a:gd name="connsiteY3" fmla="*/ 10168424 h 10667969"/>
              <a:gd name="connsiteX4" fmla="*/ 25396 w 4419678"/>
              <a:gd name="connsiteY4" fmla="*/ 0 h 10667969"/>
              <a:gd name="connsiteX0" fmla="*/ 25396 w 4419678"/>
              <a:gd name="connsiteY0" fmla="*/ 0 h 10168426"/>
              <a:gd name="connsiteX1" fmla="*/ 4419678 w 4419678"/>
              <a:gd name="connsiteY1" fmla="*/ 10075 h 10168426"/>
              <a:gd name="connsiteX2" fmla="*/ 4419678 w 4419678"/>
              <a:gd name="connsiteY2" fmla="*/ 10168426 h 10168426"/>
              <a:gd name="connsiteX3" fmla="*/ 540 w 4419678"/>
              <a:gd name="connsiteY3" fmla="*/ 10168424 h 10168426"/>
              <a:gd name="connsiteX4" fmla="*/ 25396 w 4419678"/>
              <a:gd name="connsiteY4" fmla="*/ 0 h 10168426"/>
              <a:gd name="connsiteX0" fmla="*/ 25396 w 6177358"/>
              <a:gd name="connsiteY0" fmla="*/ 35051 h 10203477"/>
              <a:gd name="connsiteX1" fmla="*/ 6177358 w 6177358"/>
              <a:gd name="connsiteY1" fmla="*/ 0 h 10203477"/>
              <a:gd name="connsiteX2" fmla="*/ 4419678 w 6177358"/>
              <a:gd name="connsiteY2" fmla="*/ 10203477 h 10203477"/>
              <a:gd name="connsiteX3" fmla="*/ 540 w 6177358"/>
              <a:gd name="connsiteY3" fmla="*/ 10203475 h 10203477"/>
              <a:gd name="connsiteX4" fmla="*/ 25396 w 6177358"/>
              <a:gd name="connsiteY4" fmla="*/ 35051 h 10203477"/>
              <a:gd name="connsiteX0" fmla="*/ 25396 w 6177358"/>
              <a:gd name="connsiteY0" fmla="*/ 35051 h 10203477"/>
              <a:gd name="connsiteX1" fmla="*/ 6177358 w 6177358"/>
              <a:gd name="connsiteY1" fmla="*/ 0 h 10203477"/>
              <a:gd name="connsiteX2" fmla="*/ 4937838 w 6177358"/>
              <a:gd name="connsiteY2" fmla="*/ 10203477 h 10203477"/>
              <a:gd name="connsiteX3" fmla="*/ 540 w 6177358"/>
              <a:gd name="connsiteY3" fmla="*/ 10203475 h 10203477"/>
              <a:gd name="connsiteX4" fmla="*/ 25396 w 6177358"/>
              <a:gd name="connsiteY4" fmla="*/ 35051 h 10203477"/>
              <a:gd name="connsiteX0" fmla="*/ 25396 w 5903038"/>
              <a:gd name="connsiteY0" fmla="*/ 35051 h 10203477"/>
              <a:gd name="connsiteX1" fmla="*/ 5903038 w 5903038"/>
              <a:gd name="connsiteY1" fmla="*/ 0 h 10203477"/>
              <a:gd name="connsiteX2" fmla="*/ 4937838 w 5903038"/>
              <a:gd name="connsiteY2" fmla="*/ 10203477 h 10203477"/>
              <a:gd name="connsiteX3" fmla="*/ 540 w 5903038"/>
              <a:gd name="connsiteY3" fmla="*/ 10203475 h 10203477"/>
              <a:gd name="connsiteX4" fmla="*/ 25396 w 5903038"/>
              <a:gd name="connsiteY4" fmla="*/ 35051 h 1020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3038" h="10203477">
                <a:moveTo>
                  <a:pt x="25396" y="35051"/>
                </a:moveTo>
                <a:lnTo>
                  <a:pt x="5903038" y="0"/>
                </a:lnTo>
                <a:lnTo>
                  <a:pt x="4937838" y="10203477"/>
                </a:lnTo>
                <a:lnTo>
                  <a:pt x="540" y="10203475"/>
                </a:lnTo>
                <a:cubicBezTo>
                  <a:pt x="-4900" y="8534321"/>
                  <a:pt x="32653" y="3066517"/>
                  <a:pt x="25396" y="35051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972FDD-4A71-B6A9-076F-3A05A475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365125"/>
            <a:ext cx="5181600" cy="1325563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A10AC9-D14E-A687-B429-ED910030E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s-ES" dirty="0"/>
              <a:t>Haga clic para modificar los</a:t>
            </a:r>
            <a:endParaRPr lang="en-001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EEF586-FA56-6ABD-3F77-0CB99060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8CC1C0D2-AAC4-E286-24AD-9B0845A69889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B9C8C8A-DB67-7993-AA13-3B933AD7FCEF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6" name="Diagrama de flujo: retraso 7">
              <a:extLst>
                <a:ext uri="{FF2B5EF4-FFF2-40B4-BE49-F238E27FC236}">
                  <a16:creationId xmlns:a16="http://schemas.microsoft.com/office/drawing/2014/main" id="{204EDEBE-C6F6-63C2-F213-9FAA8C85CCFB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0315FEB-4DE0-68C7-795A-0BDCC6F0FE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027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2">
            <a:extLst>
              <a:ext uri="{FF2B5EF4-FFF2-40B4-BE49-F238E27FC236}">
                <a16:creationId xmlns:a16="http://schemas.microsoft.com/office/drawing/2014/main" id="{2C149E25-1DBE-DFC7-0F9E-6D07C38AAF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flipH="1">
            <a:off x="5979886" y="-5162"/>
            <a:ext cx="6295810" cy="6891917"/>
          </a:xfrm>
          <a:custGeom>
            <a:avLst/>
            <a:gdLst>
              <a:gd name="connsiteX0" fmla="*/ 0 w 4398818"/>
              <a:gd name="connsiteY0" fmla="*/ 0 h 6858002"/>
              <a:gd name="connsiteX1" fmla="*/ 4398818 w 4398818"/>
              <a:gd name="connsiteY1" fmla="*/ 0 h 6858002"/>
              <a:gd name="connsiteX2" fmla="*/ 4398818 w 4398818"/>
              <a:gd name="connsiteY2" fmla="*/ 6858002 h 6858002"/>
              <a:gd name="connsiteX3" fmla="*/ 0 w 4398818"/>
              <a:gd name="connsiteY3" fmla="*/ 6858002 h 6858002"/>
              <a:gd name="connsiteX4" fmla="*/ 0 w 4398818"/>
              <a:gd name="connsiteY4" fmla="*/ 0 h 6858002"/>
              <a:gd name="connsiteX0" fmla="*/ 0 w 4398818"/>
              <a:gd name="connsiteY0" fmla="*/ 29027 h 6887029"/>
              <a:gd name="connsiteX1" fmla="*/ 1989446 w 4398818"/>
              <a:gd name="connsiteY1" fmla="*/ 0 h 6887029"/>
              <a:gd name="connsiteX2" fmla="*/ 4398818 w 4398818"/>
              <a:gd name="connsiteY2" fmla="*/ 29027 h 6887029"/>
              <a:gd name="connsiteX3" fmla="*/ 4398818 w 4398818"/>
              <a:gd name="connsiteY3" fmla="*/ 6887029 h 6887029"/>
              <a:gd name="connsiteX4" fmla="*/ 0 w 4398818"/>
              <a:gd name="connsiteY4" fmla="*/ 6887029 h 6887029"/>
              <a:gd name="connsiteX5" fmla="*/ 0 w 4398818"/>
              <a:gd name="connsiteY5" fmla="*/ 29027 h 6887029"/>
              <a:gd name="connsiteX0" fmla="*/ 0 w 4398818"/>
              <a:gd name="connsiteY0" fmla="*/ 2371262 h 9229264"/>
              <a:gd name="connsiteX1" fmla="*/ 2178132 w 4398818"/>
              <a:gd name="connsiteY1" fmla="*/ 0 h 9229264"/>
              <a:gd name="connsiteX2" fmla="*/ 4398818 w 4398818"/>
              <a:gd name="connsiteY2" fmla="*/ 2371262 h 9229264"/>
              <a:gd name="connsiteX3" fmla="*/ 4398818 w 4398818"/>
              <a:gd name="connsiteY3" fmla="*/ 9229264 h 9229264"/>
              <a:gd name="connsiteX4" fmla="*/ 0 w 4398818"/>
              <a:gd name="connsiteY4" fmla="*/ 9229264 h 9229264"/>
              <a:gd name="connsiteX5" fmla="*/ 0 w 4398818"/>
              <a:gd name="connsiteY5" fmla="*/ 2371262 h 9229264"/>
              <a:gd name="connsiteX0" fmla="*/ 0 w 4398818"/>
              <a:gd name="connsiteY0" fmla="*/ 2374802 h 9232804"/>
              <a:gd name="connsiteX1" fmla="*/ 2178132 w 4398818"/>
              <a:gd name="connsiteY1" fmla="*/ 3540 h 9232804"/>
              <a:gd name="connsiteX2" fmla="*/ 4398818 w 4398818"/>
              <a:gd name="connsiteY2" fmla="*/ 2374802 h 9232804"/>
              <a:gd name="connsiteX3" fmla="*/ 4398818 w 4398818"/>
              <a:gd name="connsiteY3" fmla="*/ 9232804 h 9232804"/>
              <a:gd name="connsiteX4" fmla="*/ 0 w 4398818"/>
              <a:gd name="connsiteY4" fmla="*/ 9232804 h 9232804"/>
              <a:gd name="connsiteX5" fmla="*/ 0 w 4398818"/>
              <a:gd name="connsiteY5" fmla="*/ 2374802 h 9232804"/>
              <a:gd name="connsiteX0" fmla="*/ 146 w 4398964"/>
              <a:gd name="connsiteY0" fmla="*/ 2378414 h 9236416"/>
              <a:gd name="connsiteX1" fmla="*/ 2178278 w 4398964"/>
              <a:gd name="connsiteY1" fmla="*/ 7152 h 9236416"/>
              <a:gd name="connsiteX2" fmla="*/ 4398964 w 4398964"/>
              <a:gd name="connsiteY2" fmla="*/ 2378414 h 9236416"/>
              <a:gd name="connsiteX3" fmla="*/ 4398964 w 4398964"/>
              <a:gd name="connsiteY3" fmla="*/ 9236416 h 9236416"/>
              <a:gd name="connsiteX4" fmla="*/ 146 w 4398964"/>
              <a:gd name="connsiteY4" fmla="*/ 9236416 h 9236416"/>
              <a:gd name="connsiteX5" fmla="*/ 146 w 4398964"/>
              <a:gd name="connsiteY5" fmla="*/ 2378414 h 9236416"/>
              <a:gd name="connsiteX0" fmla="*/ 146 w 4399540"/>
              <a:gd name="connsiteY0" fmla="*/ 2378415 h 9236417"/>
              <a:gd name="connsiteX1" fmla="*/ 2178278 w 4399540"/>
              <a:gd name="connsiteY1" fmla="*/ 7153 h 9236417"/>
              <a:gd name="connsiteX2" fmla="*/ 4398964 w 4399540"/>
              <a:gd name="connsiteY2" fmla="*/ 2378415 h 9236417"/>
              <a:gd name="connsiteX3" fmla="*/ 4398964 w 4399540"/>
              <a:gd name="connsiteY3" fmla="*/ 9236417 h 9236417"/>
              <a:gd name="connsiteX4" fmla="*/ 146 w 4399540"/>
              <a:gd name="connsiteY4" fmla="*/ 9236417 h 9236417"/>
              <a:gd name="connsiteX5" fmla="*/ 146 w 4399540"/>
              <a:gd name="connsiteY5" fmla="*/ 2378415 h 9236417"/>
              <a:gd name="connsiteX0" fmla="*/ 146 w 4399068"/>
              <a:gd name="connsiteY0" fmla="*/ 2391546 h 9249548"/>
              <a:gd name="connsiteX1" fmla="*/ 2178278 w 4399068"/>
              <a:gd name="connsiteY1" fmla="*/ 20284 h 9249548"/>
              <a:gd name="connsiteX2" fmla="*/ 4398964 w 4399068"/>
              <a:gd name="connsiteY2" fmla="*/ 3380012 h 9249548"/>
              <a:gd name="connsiteX3" fmla="*/ 4398964 w 4399068"/>
              <a:gd name="connsiteY3" fmla="*/ 9249548 h 9249548"/>
              <a:gd name="connsiteX4" fmla="*/ 146 w 4399068"/>
              <a:gd name="connsiteY4" fmla="*/ 9249548 h 9249548"/>
              <a:gd name="connsiteX5" fmla="*/ 146 w 4399068"/>
              <a:gd name="connsiteY5" fmla="*/ 2391546 h 9249548"/>
              <a:gd name="connsiteX0" fmla="*/ 5 w 4413441"/>
              <a:gd name="connsiteY0" fmla="*/ 3166840 h 9229773"/>
              <a:gd name="connsiteX1" fmla="*/ 2192651 w 4413441"/>
              <a:gd name="connsiteY1" fmla="*/ 509 h 9229773"/>
              <a:gd name="connsiteX2" fmla="*/ 4413337 w 4413441"/>
              <a:gd name="connsiteY2" fmla="*/ 3360237 h 9229773"/>
              <a:gd name="connsiteX3" fmla="*/ 4413337 w 4413441"/>
              <a:gd name="connsiteY3" fmla="*/ 9229773 h 9229773"/>
              <a:gd name="connsiteX4" fmla="*/ 14519 w 4413441"/>
              <a:gd name="connsiteY4" fmla="*/ 9229773 h 9229773"/>
              <a:gd name="connsiteX5" fmla="*/ 5 w 4413441"/>
              <a:gd name="connsiteY5" fmla="*/ 3166840 h 9229773"/>
              <a:gd name="connsiteX0" fmla="*/ 409 w 4413845"/>
              <a:gd name="connsiteY0" fmla="*/ 3168349 h 9231282"/>
              <a:gd name="connsiteX1" fmla="*/ 2193055 w 4413845"/>
              <a:gd name="connsiteY1" fmla="*/ 2018 h 9231282"/>
              <a:gd name="connsiteX2" fmla="*/ 4413741 w 4413845"/>
              <a:gd name="connsiteY2" fmla="*/ 3361746 h 9231282"/>
              <a:gd name="connsiteX3" fmla="*/ 4413741 w 4413845"/>
              <a:gd name="connsiteY3" fmla="*/ 9231282 h 9231282"/>
              <a:gd name="connsiteX4" fmla="*/ 14923 w 4413845"/>
              <a:gd name="connsiteY4" fmla="*/ 9231282 h 9231282"/>
              <a:gd name="connsiteX5" fmla="*/ 409 w 4413845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0 w 4413332"/>
              <a:gd name="connsiteY0" fmla="*/ 654982 h 6717915"/>
              <a:gd name="connsiteX1" fmla="*/ 4413332 w 4413332"/>
              <a:gd name="connsiteY1" fmla="*/ 848379 h 6717915"/>
              <a:gd name="connsiteX2" fmla="*/ 4413332 w 4413332"/>
              <a:gd name="connsiteY2" fmla="*/ 6717915 h 6717915"/>
              <a:gd name="connsiteX3" fmla="*/ 14514 w 4413332"/>
              <a:gd name="connsiteY3" fmla="*/ 6717915 h 6717915"/>
              <a:gd name="connsiteX4" fmla="*/ 0 w 4413332"/>
              <a:gd name="connsiteY4" fmla="*/ 654982 h 6717915"/>
              <a:gd name="connsiteX0" fmla="*/ 0 w 4413332"/>
              <a:gd name="connsiteY0" fmla="*/ 739402 h 6802335"/>
              <a:gd name="connsiteX1" fmla="*/ 4413332 w 4413332"/>
              <a:gd name="connsiteY1" fmla="*/ 932799 h 6802335"/>
              <a:gd name="connsiteX2" fmla="*/ 4413332 w 4413332"/>
              <a:gd name="connsiteY2" fmla="*/ 6802335 h 6802335"/>
              <a:gd name="connsiteX3" fmla="*/ 14514 w 4413332"/>
              <a:gd name="connsiteY3" fmla="*/ 6802335 h 6802335"/>
              <a:gd name="connsiteX4" fmla="*/ 0 w 4413332"/>
              <a:gd name="connsiteY4" fmla="*/ 739402 h 6802335"/>
              <a:gd name="connsiteX0" fmla="*/ 543547 w 4956879"/>
              <a:gd name="connsiteY0" fmla="*/ 739402 h 6802335"/>
              <a:gd name="connsiteX1" fmla="*/ 4956879 w 4956879"/>
              <a:gd name="connsiteY1" fmla="*/ 932799 h 6802335"/>
              <a:gd name="connsiteX2" fmla="*/ 4956879 w 4956879"/>
              <a:gd name="connsiteY2" fmla="*/ 6802335 h 6802335"/>
              <a:gd name="connsiteX3" fmla="*/ 558061 w 4956879"/>
              <a:gd name="connsiteY3" fmla="*/ 6802335 h 6802335"/>
              <a:gd name="connsiteX4" fmla="*/ 543547 w 495687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739402 h 6802335"/>
              <a:gd name="connsiteX1" fmla="*/ 4727899 w 4727899"/>
              <a:gd name="connsiteY1" fmla="*/ 932799 h 6802335"/>
              <a:gd name="connsiteX2" fmla="*/ 4727899 w 4727899"/>
              <a:gd name="connsiteY2" fmla="*/ 6802335 h 6802335"/>
              <a:gd name="connsiteX3" fmla="*/ 329081 w 4727899"/>
              <a:gd name="connsiteY3" fmla="*/ 6802335 h 6802335"/>
              <a:gd name="connsiteX4" fmla="*/ 314567 w 4727899"/>
              <a:gd name="connsiteY4" fmla="*/ 739402 h 6802335"/>
              <a:gd name="connsiteX0" fmla="*/ 314567 w 4727899"/>
              <a:gd name="connsiteY0" fmla="*/ 402032 h 6464965"/>
              <a:gd name="connsiteX1" fmla="*/ 4727899 w 4727899"/>
              <a:gd name="connsiteY1" fmla="*/ 595429 h 6464965"/>
              <a:gd name="connsiteX2" fmla="*/ 4727899 w 4727899"/>
              <a:gd name="connsiteY2" fmla="*/ 6464965 h 6464965"/>
              <a:gd name="connsiteX3" fmla="*/ 329081 w 4727899"/>
              <a:gd name="connsiteY3" fmla="*/ 6464965 h 6464965"/>
              <a:gd name="connsiteX4" fmla="*/ 314567 w 4727899"/>
              <a:gd name="connsiteY4" fmla="*/ 402032 h 6464965"/>
              <a:gd name="connsiteX0" fmla="*/ 314567 w 4727899"/>
              <a:gd name="connsiteY0" fmla="*/ -1 h 6062932"/>
              <a:gd name="connsiteX1" fmla="*/ 4727899 w 4727899"/>
              <a:gd name="connsiteY1" fmla="*/ 193396 h 6062932"/>
              <a:gd name="connsiteX2" fmla="*/ 4727899 w 4727899"/>
              <a:gd name="connsiteY2" fmla="*/ 6062932 h 6062932"/>
              <a:gd name="connsiteX3" fmla="*/ 329081 w 4727899"/>
              <a:gd name="connsiteY3" fmla="*/ 6062932 h 6062932"/>
              <a:gd name="connsiteX4" fmla="*/ 314567 w 4727899"/>
              <a:gd name="connsiteY4" fmla="*/ -1 h 6062932"/>
              <a:gd name="connsiteX0" fmla="*/ 328681 w 4722963"/>
              <a:gd name="connsiteY0" fmla="*/ 0 h 6725716"/>
              <a:gd name="connsiteX1" fmla="*/ 4722963 w 4722963"/>
              <a:gd name="connsiteY1" fmla="*/ 856180 h 6725716"/>
              <a:gd name="connsiteX2" fmla="*/ 4722963 w 4722963"/>
              <a:gd name="connsiteY2" fmla="*/ 6725716 h 6725716"/>
              <a:gd name="connsiteX3" fmla="*/ 324145 w 4722963"/>
              <a:gd name="connsiteY3" fmla="*/ 6725716 h 6725716"/>
              <a:gd name="connsiteX4" fmla="*/ 328681 w 4722963"/>
              <a:gd name="connsiteY4" fmla="*/ 0 h 6725716"/>
              <a:gd name="connsiteX0" fmla="*/ 328681 w 4722963"/>
              <a:gd name="connsiteY0" fmla="*/ 11853 h 6737569"/>
              <a:gd name="connsiteX1" fmla="*/ 4703913 w 4722963"/>
              <a:gd name="connsiteY1" fmla="*/ 21928 h 6737569"/>
              <a:gd name="connsiteX2" fmla="*/ 4722963 w 4722963"/>
              <a:gd name="connsiteY2" fmla="*/ 6737569 h 6737569"/>
              <a:gd name="connsiteX3" fmla="*/ 324145 w 4722963"/>
              <a:gd name="connsiteY3" fmla="*/ 6737569 h 6737569"/>
              <a:gd name="connsiteX4" fmla="*/ 328681 w 4722963"/>
              <a:gd name="connsiteY4" fmla="*/ 11853 h 6737569"/>
              <a:gd name="connsiteX0" fmla="*/ 328681 w 4732488"/>
              <a:gd name="connsiteY0" fmla="*/ 11853 h 6737569"/>
              <a:gd name="connsiteX1" fmla="*/ 4732488 w 4732488"/>
              <a:gd name="connsiteY1" fmla="*/ 21928 h 6737569"/>
              <a:gd name="connsiteX2" fmla="*/ 4722963 w 4732488"/>
              <a:gd name="connsiteY2" fmla="*/ 6737569 h 6737569"/>
              <a:gd name="connsiteX3" fmla="*/ 324145 w 4732488"/>
              <a:gd name="connsiteY3" fmla="*/ 6737569 h 6737569"/>
              <a:gd name="connsiteX4" fmla="*/ 328681 w 4732488"/>
              <a:gd name="connsiteY4" fmla="*/ 11853 h 6737569"/>
              <a:gd name="connsiteX0" fmla="*/ 328681 w 4732488"/>
              <a:gd name="connsiteY0" fmla="*/ 14013 h 6739729"/>
              <a:gd name="connsiteX1" fmla="*/ 4732488 w 4732488"/>
              <a:gd name="connsiteY1" fmla="*/ 24088 h 6739729"/>
              <a:gd name="connsiteX2" fmla="*/ 4722963 w 4732488"/>
              <a:gd name="connsiteY2" fmla="*/ 6739729 h 6739729"/>
              <a:gd name="connsiteX3" fmla="*/ 324145 w 4732488"/>
              <a:gd name="connsiteY3" fmla="*/ 6739729 h 6739729"/>
              <a:gd name="connsiteX4" fmla="*/ 328681 w 4732488"/>
              <a:gd name="connsiteY4" fmla="*/ 14013 h 6739729"/>
              <a:gd name="connsiteX0" fmla="*/ 328681 w 4732488"/>
              <a:gd name="connsiteY0" fmla="*/ 23214 h 6748930"/>
              <a:gd name="connsiteX1" fmla="*/ 4732488 w 4732488"/>
              <a:gd name="connsiteY1" fmla="*/ 33289 h 6748930"/>
              <a:gd name="connsiteX2" fmla="*/ 4722963 w 4732488"/>
              <a:gd name="connsiteY2" fmla="*/ 6748930 h 6748930"/>
              <a:gd name="connsiteX3" fmla="*/ 324145 w 4732488"/>
              <a:gd name="connsiteY3" fmla="*/ 6748930 h 6748930"/>
              <a:gd name="connsiteX4" fmla="*/ 328681 w 4732488"/>
              <a:gd name="connsiteY4" fmla="*/ 23214 h 6748930"/>
              <a:gd name="connsiteX0" fmla="*/ 328681 w 4722963"/>
              <a:gd name="connsiteY0" fmla="*/ 79782 h 6805498"/>
              <a:gd name="connsiteX1" fmla="*/ 4722963 w 4722963"/>
              <a:gd name="connsiteY1" fmla="*/ 19348 h 6805498"/>
              <a:gd name="connsiteX2" fmla="*/ 4722963 w 4722963"/>
              <a:gd name="connsiteY2" fmla="*/ 6805498 h 6805498"/>
              <a:gd name="connsiteX3" fmla="*/ 324145 w 4722963"/>
              <a:gd name="connsiteY3" fmla="*/ 6805498 h 6805498"/>
              <a:gd name="connsiteX4" fmla="*/ 328681 w 4722963"/>
              <a:gd name="connsiteY4" fmla="*/ 79782 h 6805498"/>
              <a:gd name="connsiteX0" fmla="*/ 328681 w 4722963"/>
              <a:gd name="connsiteY0" fmla="*/ 60433 h 6786149"/>
              <a:gd name="connsiteX1" fmla="*/ 4722963 w 4722963"/>
              <a:gd name="connsiteY1" fmla="*/ -1 h 6786149"/>
              <a:gd name="connsiteX2" fmla="*/ 4722963 w 4722963"/>
              <a:gd name="connsiteY2" fmla="*/ 6786149 h 6786149"/>
              <a:gd name="connsiteX3" fmla="*/ 324145 w 4722963"/>
              <a:gd name="connsiteY3" fmla="*/ 6786149 h 6786149"/>
              <a:gd name="connsiteX4" fmla="*/ 328681 w 4722963"/>
              <a:gd name="connsiteY4" fmla="*/ 60433 h 6786149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8681 w 4722963"/>
              <a:gd name="connsiteY0" fmla="*/ 18129 h 6743845"/>
              <a:gd name="connsiteX1" fmla="*/ 4722963 w 4722963"/>
              <a:gd name="connsiteY1" fmla="*/ 0 h 6743845"/>
              <a:gd name="connsiteX2" fmla="*/ 4722963 w 4722963"/>
              <a:gd name="connsiteY2" fmla="*/ 6743845 h 6743845"/>
              <a:gd name="connsiteX3" fmla="*/ 324145 w 4722963"/>
              <a:gd name="connsiteY3" fmla="*/ 6743845 h 6743845"/>
              <a:gd name="connsiteX4" fmla="*/ 328681 w 4722963"/>
              <a:gd name="connsiteY4" fmla="*/ 18129 h 6743845"/>
              <a:gd name="connsiteX0" fmla="*/ 321605 w 4725412"/>
              <a:gd name="connsiteY0" fmla="*/ 0 h 6768022"/>
              <a:gd name="connsiteX1" fmla="*/ 4725412 w 4725412"/>
              <a:gd name="connsiteY1" fmla="*/ 24177 h 6768022"/>
              <a:gd name="connsiteX2" fmla="*/ 4725412 w 4725412"/>
              <a:gd name="connsiteY2" fmla="*/ 6768022 h 6768022"/>
              <a:gd name="connsiteX3" fmla="*/ 326594 w 4725412"/>
              <a:gd name="connsiteY3" fmla="*/ 6768022 h 6768022"/>
              <a:gd name="connsiteX4" fmla="*/ 321605 w 4725412"/>
              <a:gd name="connsiteY4" fmla="*/ 0 h 6768022"/>
              <a:gd name="connsiteX0" fmla="*/ 314566 w 4727898"/>
              <a:gd name="connsiteY0" fmla="*/ 32230 h 6743845"/>
              <a:gd name="connsiteX1" fmla="*/ 4727898 w 4727898"/>
              <a:gd name="connsiteY1" fmla="*/ 0 h 6743845"/>
              <a:gd name="connsiteX2" fmla="*/ 4727898 w 4727898"/>
              <a:gd name="connsiteY2" fmla="*/ 6743845 h 6743845"/>
              <a:gd name="connsiteX3" fmla="*/ 329080 w 4727898"/>
              <a:gd name="connsiteY3" fmla="*/ 6743845 h 6743845"/>
              <a:gd name="connsiteX4" fmla="*/ 314566 w 4727898"/>
              <a:gd name="connsiteY4" fmla="*/ 32230 h 6743845"/>
              <a:gd name="connsiteX0" fmla="*/ 328681 w 4722963"/>
              <a:gd name="connsiteY0" fmla="*/ 0 h 6753920"/>
              <a:gd name="connsiteX1" fmla="*/ 4722963 w 4722963"/>
              <a:gd name="connsiteY1" fmla="*/ 10075 h 6753920"/>
              <a:gd name="connsiteX2" fmla="*/ 4722963 w 4722963"/>
              <a:gd name="connsiteY2" fmla="*/ 6753920 h 6753920"/>
              <a:gd name="connsiteX3" fmla="*/ 324145 w 4722963"/>
              <a:gd name="connsiteY3" fmla="*/ 6753920 h 6753920"/>
              <a:gd name="connsiteX4" fmla="*/ 328681 w 4722963"/>
              <a:gd name="connsiteY4" fmla="*/ 0 h 6753920"/>
              <a:gd name="connsiteX0" fmla="*/ 15819 w 4410101"/>
              <a:gd name="connsiteY0" fmla="*/ 0 h 6753920"/>
              <a:gd name="connsiteX1" fmla="*/ 4410101 w 4410101"/>
              <a:gd name="connsiteY1" fmla="*/ 10075 h 6753920"/>
              <a:gd name="connsiteX2" fmla="*/ 4410101 w 4410101"/>
              <a:gd name="connsiteY2" fmla="*/ 6753920 h 6753920"/>
              <a:gd name="connsiteX3" fmla="*/ 11283 w 4410101"/>
              <a:gd name="connsiteY3" fmla="*/ 6753920 h 6753920"/>
              <a:gd name="connsiteX4" fmla="*/ 15819 w 4410101"/>
              <a:gd name="connsiteY4" fmla="*/ 0 h 6753920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25 w 4399043"/>
              <a:gd name="connsiteY3" fmla="*/ 6753920 h 6753920"/>
              <a:gd name="connsiteX4" fmla="*/ 4761 w 4399043"/>
              <a:gd name="connsiteY4" fmla="*/ 0 h 6753920"/>
              <a:gd name="connsiteX0" fmla="*/ 4761 w 4399043"/>
              <a:gd name="connsiteY0" fmla="*/ 0 h 6756472"/>
              <a:gd name="connsiteX1" fmla="*/ 4399043 w 4399043"/>
              <a:gd name="connsiteY1" fmla="*/ 10075 h 6756472"/>
              <a:gd name="connsiteX2" fmla="*/ 4399043 w 4399043"/>
              <a:gd name="connsiteY2" fmla="*/ 6753920 h 6756472"/>
              <a:gd name="connsiteX3" fmla="*/ 1974151 w 4399043"/>
              <a:gd name="connsiteY3" fmla="*/ 6756472 h 6756472"/>
              <a:gd name="connsiteX4" fmla="*/ 225 w 4399043"/>
              <a:gd name="connsiteY4" fmla="*/ 6753920 h 6756472"/>
              <a:gd name="connsiteX5" fmla="*/ 4761 w 4399043"/>
              <a:gd name="connsiteY5" fmla="*/ 0 h 6756472"/>
              <a:gd name="connsiteX0" fmla="*/ 4761 w 4399043"/>
              <a:gd name="connsiteY0" fmla="*/ 0 h 6753920"/>
              <a:gd name="connsiteX1" fmla="*/ 4399043 w 4399043"/>
              <a:gd name="connsiteY1" fmla="*/ 10075 h 6753920"/>
              <a:gd name="connsiteX2" fmla="*/ 4399043 w 4399043"/>
              <a:gd name="connsiteY2" fmla="*/ 6753920 h 6753920"/>
              <a:gd name="connsiteX3" fmla="*/ 2160841 w 4399043"/>
              <a:gd name="connsiteY3" fmla="*/ 6750831 h 6753920"/>
              <a:gd name="connsiteX4" fmla="*/ 225 w 4399043"/>
              <a:gd name="connsiteY4" fmla="*/ 6753920 h 6753920"/>
              <a:gd name="connsiteX5" fmla="*/ 4761 w 4399043"/>
              <a:gd name="connsiteY5" fmla="*/ 0 h 6753920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4761 w 4399043"/>
              <a:gd name="connsiteY0" fmla="*/ 0 h 8330228"/>
              <a:gd name="connsiteX1" fmla="*/ 4399043 w 4399043"/>
              <a:gd name="connsiteY1" fmla="*/ 10075 h 8330228"/>
              <a:gd name="connsiteX2" fmla="*/ 4399043 w 4399043"/>
              <a:gd name="connsiteY2" fmla="*/ 6753920 h 8330228"/>
              <a:gd name="connsiteX3" fmla="*/ 2120201 w 4399043"/>
              <a:gd name="connsiteY3" fmla="*/ 8330228 h 8330228"/>
              <a:gd name="connsiteX4" fmla="*/ 225 w 4399043"/>
              <a:gd name="connsiteY4" fmla="*/ 6753920 h 8330228"/>
              <a:gd name="connsiteX5" fmla="*/ 4761 w 4399043"/>
              <a:gd name="connsiteY5" fmla="*/ 0 h 8330228"/>
              <a:gd name="connsiteX0" fmla="*/ 8814 w 4403096"/>
              <a:gd name="connsiteY0" fmla="*/ 0 h 8330229"/>
              <a:gd name="connsiteX1" fmla="*/ 4403096 w 4403096"/>
              <a:gd name="connsiteY1" fmla="*/ 10075 h 8330229"/>
              <a:gd name="connsiteX2" fmla="*/ 4403096 w 4403096"/>
              <a:gd name="connsiteY2" fmla="*/ 6753920 h 8330229"/>
              <a:gd name="connsiteX3" fmla="*/ 2124254 w 4403096"/>
              <a:gd name="connsiteY3" fmla="*/ 8330228 h 8330229"/>
              <a:gd name="connsiteX4" fmla="*/ 4278 w 4403096"/>
              <a:gd name="connsiteY4" fmla="*/ 6753920 h 8330229"/>
              <a:gd name="connsiteX5" fmla="*/ 8814 w 4403096"/>
              <a:gd name="connsiteY5" fmla="*/ 0 h 8330229"/>
              <a:gd name="connsiteX0" fmla="*/ 8814 w 4406551"/>
              <a:gd name="connsiteY0" fmla="*/ 0 h 8330229"/>
              <a:gd name="connsiteX1" fmla="*/ 4403096 w 4406551"/>
              <a:gd name="connsiteY1" fmla="*/ 10075 h 8330229"/>
              <a:gd name="connsiteX2" fmla="*/ 4403096 w 4406551"/>
              <a:gd name="connsiteY2" fmla="*/ 6753920 h 8330229"/>
              <a:gd name="connsiteX3" fmla="*/ 2124254 w 4406551"/>
              <a:gd name="connsiteY3" fmla="*/ 8330228 h 8330229"/>
              <a:gd name="connsiteX4" fmla="*/ 4278 w 4406551"/>
              <a:gd name="connsiteY4" fmla="*/ 6753920 h 8330229"/>
              <a:gd name="connsiteX5" fmla="*/ 8814 w 4406551"/>
              <a:gd name="connsiteY5" fmla="*/ 0 h 8330229"/>
              <a:gd name="connsiteX0" fmla="*/ 157735 w 4721572"/>
              <a:gd name="connsiteY0" fmla="*/ 0 h 9082323"/>
              <a:gd name="connsiteX1" fmla="*/ 4552017 w 4721572"/>
              <a:gd name="connsiteY1" fmla="*/ 10075 h 9082323"/>
              <a:gd name="connsiteX2" fmla="*/ 4552017 w 4721572"/>
              <a:gd name="connsiteY2" fmla="*/ 6753920 h 9082323"/>
              <a:gd name="connsiteX3" fmla="*/ 2263015 w 4721572"/>
              <a:gd name="connsiteY3" fmla="*/ 9082323 h 9082323"/>
              <a:gd name="connsiteX4" fmla="*/ 153199 w 4721572"/>
              <a:gd name="connsiteY4" fmla="*/ 6753920 h 9082323"/>
              <a:gd name="connsiteX5" fmla="*/ 157735 w 4721572"/>
              <a:gd name="connsiteY5" fmla="*/ 0 h 9082323"/>
              <a:gd name="connsiteX0" fmla="*/ 157735 w 4554497"/>
              <a:gd name="connsiteY0" fmla="*/ 0 h 9082323"/>
              <a:gd name="connsiteX1" fmla="*/ 4552017 w 4554497"/>
              <a:gd name="connsiteY1" fmla="*/ 10075 h 9082323"/>
              <a:gd name="connsiteX2" fmla="*/ 4552017 w 4554497"/>
              <a:gd name="connsiteY2" fmla="*/ 6753920 h 9082323"/>
              <a:gd name="connsiteX3" fmla="*/ 2263015 w 4554497"/>
              <a:gd name="connsiteY3" fmla="*/ 9082323 h 9082323"/>
              <a:gd name="connsiteX4" fmla="*/ 153199 w 4554497"/>
              <a:gd name="connsiteY4" fmla="*/ 6753920 h 9082323"/>
              <a:gd name="connsiteX5" fmla="*/ 157735 w 4554497"/>
              <a:gd name="connsiteY5" fmla="*/ 0 h 9082323"/>
              <a:gd name="connsiteX0" fmla="*/ 12177 w 4408939"/>
              <a:gd name="connsiteY0" fmla="*/ 0 h 9082324"/>
              <a:gd name="connsiteX1" fmla="*/ 4406459 w 4408939"/>
              <a:gd name="connsiteY1" fmla="*/ 10075 h 9082324"/>
              <a:gd name="connsiteX2" fmla="*/ 4406459 w 4408939"/>
              <a:gd name="connsiteY2" fmla="*/ 6753920 h 9082324"/>
              <a:gd name="connsiteX3" fmla="*/ 2117457 w 4408939"/>
              <a:gd name="connsiteY3" fmla="*/ 9082323 h 9082324"/>
              <a:gd name="connsiteX4" fmla="*/ 7641 w 4408939"/>
              <a:gd name="connsiteY4" fmla="*/ 6753920 h 9082324"/>
              <a:gd name="connsiteX5" fmla="*/ 12177 w 4408939"/>
              <a:gd name="connsiteY5" fmla="*/ 0 h 9082324"/>
              <a:gd name="connsiteX0" fmla="*/ 4934 w 4401696"/>
              <a:gd name="connsiteY0" fmla="*/ 0 h 9082324"/>
              <a:gd name="connsiteX1" fmla="*/ 4399216 w 4401696"/>
              <a:gd name="connsiteY1" fmla="*/ 10075 h 9082324"/>
              <a:gd name="connsiteX2" fmla="*/ 4399216 w 4401696"/>
              <a:gd name="connsiteY2" fmla="*/ 6753920 h 9082324"/>
              <a:gd name="connsiteX3" fmla="*/ 2110214 w 4401696"/>
              <a:gd name="connsiteY3" fmla="*/ 9082323 h 9082324"/>
              <a:gd name="connsiteX4" fmla="*/ 398 w 4401696"/>
              <a:gd name="connsiteY4" fmla="*/ 6753920 h 9082324"/>
              <a:gd name="connsiteX5" fmla="*/ 4934 w 4401696"/>
              <a:gd name="connsiteY5" fmla="*/ 0 h 9082324"/>
              <a:gd name="connsiteX0" fmla="*/ 151716 w 4721574"/>
              <a:gd name="connsiteY0" fmla="*/ 0 h 9398203"/>
              <a:gd name="connsiteX1" fmla="*/ 4545998 w 4721574"/>
              <a:gd name="connsiteY1" fmla="*/ 10075 h 9398203"/>
              <a:gd name="connsiteX2" fmla="*/ 4545998 w 4721574"/>
              <a:gd name="connsiteY2" fmla="*/ 6753920 h 9398203"/>
              <a:gd name="connsiteX3" fmla="*/ 2175716 w 4721574"/>
              <a:gd name="connsiteY3" fmla="*/ 9398203 h 9398203"/>
              <a:gd name="connsiteX4" fmla="*/ 147180 w 4721574"/>
              <a:gd name="connsiteY4" fmla="*/ 6753920 h 9398203"/>
              <a:gd name="connsiteX5" fmla="*/ 151716 w 4721574"/>
              <a:gd name="connsiteY5" fmla="*/ 0 h 9398203"/>
              <a:gd name="connsiteX0" fmla="*/ 4766 w 4574624"/>
              <a:gd name="connsiteY0" fmla="*/ 0 h 9398203"/>
              <a:gd name="connsiteX1" fmla="*/ 4399048 w 4574624"/>
              <a:gd name="connsiteY1" fmla="*/ 10075 h 9398203"/>
              <a:gd name="connsiteX2" fmla="*/ 4399048 w 4574624"/>
              <a:gd name="connsiteY2" fmla="*/ 6753920 h 9398203"/>
              <a:gd name="connsiteX3" fmla="*/ 2028766 w 4574624"/>
              <a:gd name="connsiteY3" fmla="*/ 9398203 h 9398203"/>
              <a:gd name="connsiteX4" fmla="*/ 230 w 4574624"/>
              <a:gd name="connsiteY4" fmla="*/ 6753920 h 9398203"/>
              <a:gd name="connsiteX5" fmla="*/ 4766 w 4574624"/>
              <a:gd name="connsiteY5" fmla="*/ 0 h 9398203"/>
              <a:gd name="connsiteX0" fmla="*/ 4766 w 4399116"/>
              <a:gd name="connsiteY0" fmla="*/ 0 h 9398203"/>
              <a:gd name="connsiteX1" fmla="*/ 4399048 w 4399116"/>
              <a:gd name="connsiteY1" fmla="*/ 10075 h 9398203"/>
              <a:gd name="connsiteX2" fmla="*/ 4399048 w 4399116"/>
              <a:gd name="connsiteY2" fmla="*/ 6753920 h 9398203"/>
              <a:gd name="connsiteX3" fmla="*/ 2028766 w 4399116"/>
              <a:gd name="connsiteY3" fmla="*/ 9398203 h 9398203"/>
              <a:gd name="connsiteX4" fmla="*/ 230 w 4399116"/>
              <a:gd name="connsiteY4" fmla="*/ 6753920 h 9398203"/>
              <a:gd name="connsiteX5" fmla="*/ 4766 w 4399116"/>
              <a:gd name="connsiteY5" fmla="*/ 0 h 9398203"/>
              <a:gd name="connsiteX0" fmla="*/ 157735 w 4721572"/>
              <a:gd name="connsiteY0" fmla="*/ 0 h 9398203"/>
              <a:gd name="connsiteX1" fmla="*/ 4552017 w 4721572"/>
              <a:gd name="connsiteY1" fmla="*/ 10075 h 9398203"/>
              <a:gd name="connsiteX2" fmla="*/ 4552017 w 4721572"/>
              <a:gd name="connsiteY2" fmla="*/ 6753920 h 9398203"/>
              <a:gd name="connsiteX3" fmla="*/ 2263015 w 4721572"/>
              <a:gd name="connsiteY3" fmla="*/ 9398203 h 9398203"/>
              <a:gd name="connsiteX4" fmla="*/ 153199 w 4721572"/>
              <a:gd name="connsiteY4" fmla="*/ 6753920 h 9398203"/>
              <a:gd name="connsiteX5" fmla="*/ 157735 w 4721572"/>
              <a:gd name="connsiteY5" fmla="*/ 0 h 9398203"/>
              <a:gd name="connsiteX0" fmla="*/ 162249 w 4721571"/>
              <a:gd name="connsiteY0" fmla="*/ 0 h 9383161"/>
              <a:gd name="connsiteX1" fmla="*/ 4556531 w 4721571"/>
              <a:gd name="connsiteY1" fmla="*/ 10075 h 9383161"/>
              <a:gd name="connsiteX2" fmla="*/ 4556531 w 4721571"/>
              <a:gd name="connsiteY2" fmla="*/ 6753920 h 9383161"/>
              <a:gd name="connsiteX3" fmla="*/ 2328489 w 4721571"/>
              <a:gd name="connsiteY3" fmla="*/ 9383161 h 9383161"/>
              <a:gd name="connsiteX4" fmla="*/ 157713 w 4721571"/>
              <a:gd name="connsiteY4" fmla="*/ 6753920 h 9383161"/>
              <a:gd name="connsiteX5" fmla="*/ 162249 w 4721571"/>
              <a:gd name="connsiteY5" fmla="*/ 0 h 9383161"/>
              <a:gd name="connsiteX0" fmla="*/ 162249 w 4556543"/>
              <a:gd name="connsiteY0" fmla="*/ 0 h 9383161"/>
              <a:gd name="connsiteX1" fmla="*/ 4556531 w 4556543"/>
              <a:gd name="connsiteY1" fmla="*/ 10075 h 9383161"/>
              <a:gd name="connsiteX2" fmla="*/ 4556531 w 4556543"/>
              <a:gd name="connsiteY2" fmla="*/ 6753920 h 9383161"/>
              <a:gd name="connsiteX3" fmla="*/ 2328489 w 4556543"/>
              <a:gd name="connsiteY3" fmla="*/ 9383161 h 9383161"/>
              <a:gd name="connsiteX4" fmla="*/ 157713 w 4556543"/>
              <a:gd name="connsiteY4" fmla="*/ 6753920 h 9383161"/>
              <a:gd name="connsiteX5" fmla="*/ 162249 w 4556543"/>
              <a:gd name="connsiteY5" fmla="*/ 0 h 9383161"/>
              <a:gd name="connsiteX0" fmla="*/ 5618 w 4399912"/>
              <a:gd name="connsiteY0" fmla="*/ 0 h 9383161"/>
              <a:gd name="connsiteX1" fmla="*/ 4399900 w 4399912"/>
              <a:gd name="connsiteY1" fmla="*/ 10075 h 9383161"/>
              <a:gd name="connsiteX2" fmla="*/ 4399900 w 4399912"/>
              <a:gd name="connsiteY2" fmla="*/ 6753920 h 9383161"/>
              <a:gd name="connsiteX3" fmla="*/ 2171858 w 4399912"/>
              <a:gd name="connsiteY3" fmla="*/ 9383161 h 9383161"/>
              <a:gd name="connsiteX4" fmla="*/ 1082 w 4399912"/>
              <a:gd name="connsiteY4" fmla="*/ 6753920 h 9383161"/>
              <a:gd name="connsiteX5" fmla="*/ 5618 w 4399912"/>
              <a:gd name="connsiteY5" fmla="*/ 0 h 9383161"/>
              <a:gd name="connsiteX0" fmla="*/ 5618 w 4725738"/>
              <a:gd name="connsiteY0" fmla="*/ 0 h 7597529"/>
              <a:gd name="connsiteX1" fmla="*/ 4399900 w 4725738"/>
              <a:gd name="connsiteY1" fmla="*/ 10075 h 7597529"/>
              <a:gd name="connsiteX2" fmla="*/ 4399900 w 4725738"/>
              <a:gd name="connsiteY2" fmla="*/ 6753920 h 7597529"/>
              <a:gd name="connsiteX3" fmla="*/ 1082 w 4725738"/>
              <a:gd name="connsiteY3" fmla="*/ 6753920 h 7597529"/>
              <a:gd name="connsiteX4" fmla="*/ 5618 w 4725738"/>
              <a:gd name="connsiteY4" fmla="*/ 0 h 7597529"/>
              <a:gd name="connsiteX0" fmla="*/ 5618 w 4725738"/>
              <a:gd name="connsiteY0" fmla="*/ 0 h 7680823"/>
              <a:gd name="connsiteX1" fmla="*/ 4399900 w 4725738"/>
              <a:gd name="connsiteY1" fmla="*/ 10075 h 7680823"/>
              <a:gd name="connsiteX2" fmla="*/ 4399900 w 4725738"/>
              <a:gd name="connsiteY2" fmla="*/ 6753920 h 7680823"/>
              <a:gd name="connsiteX3" fmla="*/ 1082 w 4725738"/>
              <a:gd name="connsiteY3" fmla="*/ 6753920 h 7680823"/>
              <a:gd name="connsiteX4" fmla="*/ 5618 w 4725738"/>
              <a:gd name="connsiteY4" fmla="*/ 0 h 7680823"/>
              <a:gd name="connsiteX0" fmla="*/ 5618 w 4725738"/>
              <a:gd name="connsiteY0" fmla="*/ 0 h 7680823"/>
              <a:gd name="connsiteX1" fmla="*/ 4399900 w 4725738"/>
              <a:gd name="connsiteY1" fmla="*/ 10075 h 7680823"/>
              <a:gd name="connsiteX2" fmla="*/ 4399900 w 4725738"/>
              <a:gd name="connsiteY2" fmla="*/ 6753920 h 7680823"/>
              <a:gd name="connsiteX3" fmla="*/ 1082 w 4725738"/>
              <a:gd name="connsiteY3" fmla="*/ 6753920 h 7680823"/>
              <a:gd name="connsiteX4" fmla="*/ 5618 w 4725738"/>
              <a:gd name="connsiteY4" fmla="*/ 0 h 7680823"/>
              <a:gd name="connsiteX0" fmla="*/ 5618 w 4399900"/>
              <a:gd name="connsiteY0" fmla="*/ 0 h 7680823"/>
              <a:gd name="connsiteX1" fmla="*/ 4399900 w 4399900"/>
              <a:gd name="connsiteY1" fmla="*/ 10075 h 7680823"/>
              <a:gd name="connsiteX2" fmla="*/ 4399900 w 4399900"/>
              <a:gd name="connsiteY2" fmla="*/ 6753920 h 7680823"/>
              <a:gd name="connsiteX3" fmla="*/ 1082 w 4399900"/>
              <a:gd name="connsiteY3" fmla="*/ 6753920 h 7680823"/>
              <a:gd name="connsiteX4" fmla="*/ 5618 w 4399900"/>
              <a:gd name="connsiteY4" fmla="*/ 0 h 7680823"/>
              <a:gd name="connsiteX0" fmla="*/ 5618 w 4399900"/>
              <a:gd name="connsiteY0" fmla="*/ 0 h 10403717"/>
              <a:gd name="connsiteX1" fmla="*/ 4399900 w 4399900"/>
              <a:gd name="connsiteY1" fmla="*/ 10075 h 10403717"/>
              <a:gd name="connsiteX2" fmla="*/ 4399900 w 4399900"/>
              <a:gd name="connsiteY2" fmla="*/ 10168426 h 10403717"/>
              <a:gd name="connsiteX3" fmla="*/ 1082 w 4399900"/>
              <a:gd name="connsiteY3" fmla="*/ 6753920 h 10403717"/>
              <a:gd name="connsiteX4" fmla="*/ 5618 w 4399900"/>
              <a:gd name="connsiteY4" fmla="*/ 0 h 10403717"/>
              <a:gd name="connsiteX0" fmla="*/ 25396 w 4419678"/>
              <a:gd name="connsiteY0" fmla="*/ 0 h 11095328"/>
              <a:gd name="connsiteX1" fmla="*/ 4419678 w 4419678"/>
              <a:gd name="connsiteY1" fmla="*/ 10075 h 11095328"/>
              <a:gd name="connsiteX2" fmla="*/ 4419678 w 4419678"/>
              <a:gd name="connsiteY2" fmla="*/ 10168426 h 11095328"/>
              <a:gd name="connsiteX3" fmla="*/ 540 w 4419678"/>
              <a:gd name="connsiteY3" fmla="*/ 10168424 h 11095328"/>
              <a:gd name="connsiteX4" fmla="*/ 25396 w 4419678"/>
              <a:gd name="connsiteY4" fmla="*/ 0 h 11095328"/>
              <a:gd name="connsiteX0" fmla="*/ 25396 w 4419678"/>
              <a:gd name="connsiteY0" fmla="*/ 0 h 10667969"/>
              <a:gd name="connsiteX1" fmla="*/ 4419678 w 4419678"/>
              <a:gd name="connsiteY1" fmla="*/ 10075 h 10667969"/>
              <a:gd name="connsiteX2" fmla="*/ 4419678 w 4419678"/>
              <a:gd name="connsiteY2" fmla="*/ 10168426 h 10667969"/>
              <a:gd name="connsiteX3" fmla="*/ 540 w 4419678"/>
              <a:gd name="connsiteY3" fmla="*/ 10168424 h 10667969"/>
              <a:gd name="connsiteX4" fmla="*/ 25396 w 4419678"/>
              <a:gd name="connsiteY4" fmla="*/ 0 h 10667969"/>
              <a:gd name="connsiteX0" fmla="*/ 25396 w 4419678"/>
              <a:gd name="connsiteY0" fmla="*/ 0 h 10168426"/>
              <a:gd name="connsiteX1" fmla="*/ 4419678 w 4419678"/>
              <a:gd name="connsiteY1" fmla="*/ 10075 h 10168426"/>
              <a:gd name="connsiteX2" fmla="*/ 4419678 w 4419678"/>
              <a:gd name="connsiteY2" fmla="*/ 10168426 h 10168426"/>
              <a:gd name="connsiteX3" fmla="*/ 540 w 4419678"/>
              <a:gd name="connsiteY3" fmla="*/ 10168424 h 10168426"/>
              <a:gd name="connsiteX4" fmla="*/ 25396 w 4419678"/>
              <a:gd name="connsiteY4" fmla="*/ 0 h 10168426"/>
              <a:gd name="connsiteX0" fmla="*/ 25396 w 6177358"/>
              <a:gd name="connsiteY0" fmla="*/ 35051 h 10203477"/>
              <a:gd name="connsiteX1" fmla="*/ 6177358 w 6177358"/>
              <a:gd name="connsiteY1" fmla="*/ 0 h 10203477"/>
              <a:gd name="connsiteX2" fmla="*/ 4419678 w 6177358"/>
              <a:gd name="connsiteY2" fmla="*/ 10203477 h 10203477"/>
              <a:gd name="connsiteX3" fmla="*/ 540 w 6177358"/>
              <a:gd name="connsiteY3" fmla="*/ 10203475 h 10203477"/>
              <a:gd name="connsiteX4" fmla="*/ 25396 w 6177358"/>
              <a:gd name="connsiteY4" fmla="*/ 35051 h 10203477"/>
              <a:gd name="connsiteX0" fmla="*/ 25396 w 6177358"/>
              <a:gd name="connsiteY0" fmla="*/ 35051 h 10203477"/>
              <a:gd name="connsiteX1" fmla="*/ 6177358 w 6177358"/>
              <a:gd name="connsiteY1" fmla="*/ 0 h 10203477"/>
              <a:gd name="connsiteX2" fmla="*/ 4937838 w 6177358"/>
              <a:gd name="connsiteY2" fmla="*/ 10203477 h 10203477"/>
              <a:gd name="connsiteX3" fmla="*/ 540 w 6177358"/>
              <a:gd name="connsiteY3" fmla="*/ 10203475 h 10203477"/>
              <a:gd name="connsiteX4" fmla="*/ 25396 w 6177358"/>
              <a:gd name="connsiteY4" fmla="*/ 35051 h 10203477"/>
              <a:gd name="connsiteX0" fmla="*/ 25396 w 5903038"/>
              <a:gd name="connsiteY0" fmla="*/ 35051 h 10203477"/>
              <a:gd name="connsiteX1" fmla="*/ 5903038 w 5903038"/>
              <a:gd name="connsiteY1" fmla="*/ 0 h 10203477"/>
              <a:gd name="connsiteX2" fmla="*/ 4937838 w 5903038"/>
              <a:gd name="connsiteY2" fmla="*/ 10203477 h 10203477"/>
              <a:gd name="connsiteX3" fmla="*/ 540 w 5903038"/>
              <a:gd name="connsiteY3" fmla="*/ 10203475 h 10203477"/>
              <a:gd name="connsiteX4" fmla="*/ 25396 w 5903038"/>
              <a:gd name="connsiteY4" fmla="*/ 35051 h 1020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3038" h="10203477">
                <a:moveTo>
                  <a:pt x="25396" y="35051"/>
                </a:moveTo>
                <a:lnTo>
                  <a:pt x="5903038" y="0"/>
                </a:lnTo>
                <a:lnTo>
                  <a:pt x="4937838" y="10203477"/>
                </a:lnTo>
                <a:lnTo>
                  <a:pt x="540" y="10203475"/>
                </a:lnTo>
                <a:cubicBezTo>
                  <a:pt x="-4900" y="8534321"/>
                  <a:pt x="32653" y="3066517"/>
                  <a:pt x="25396" y="35051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972FDD-4A71-B6A9-076F-3A05A475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82" y="1724142"/>
            <a:ext cx="5181600" cy="1325563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</a:t>
            </a:r>
            <a:endParaRPr lang="en-00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A10AC9-D14E-A687-B429-ED910030E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782" y="3266535"/>
            <a:ext cx="5670080" cy="3089815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s-ES" dirty="0"/>
              <a:t>Haga clic para modificar</a:t>
            </a:r>
            <a:endParaRPr lang="en-001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EEF586-FA56-6ABD-3F77-0CB99060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8CC1C0D2-AAC4-E286-24AD-9B0845A69889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3223896-D355-B877-72B8-528B412499EE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5" name="Diagrama de flujo: retraso 7">
              <a:extLst>
                <a:ext uri="{FF2B5EF4-FFF2-40B4-BE49-F238E27FC236}">
                  <a16:creationId xmlns:a16="http://schemas.microsoft.com/office/drawing/2014/main" id="{C672F5CC-FEE0-EDB1-ABFA-1CDE0A9B089F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B89FF2A3-76F1-BF57-AE3A-063B77182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991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FE140-F812-0A8C-E48A-905A4523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358" y="365125"/>
            <a:ext cx="7038030" cy="1084759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F50B88-3277-5EC9-9353-53B555265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300" b="1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F633C9-5F49-B5D9-453A-590E6540748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s-ES" dirty="0"/>
              <a:t>Texto</a:t>
            </a:r>
            <a:endParaRPr lang="en-001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AAF96F-8416-B974-C24D-1FDD3E0F67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27300CCD-1125-444C-805B-1D80A648FF6D}" type="datetime8">
              <a:rPr lang="en-001" smtClean="0"/>
              <a:pPr/>
              <a:t>04/06/2026 14:59</a:t>
            </a:fld>
            <a:endParaRPr lang="en-001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94478A-4204-C9C8-7DA4-2A9D7751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3" name="Diagrama de flujo: terminador 12">
            <a:extLst>
              <a:ext uri="{FF2B5EF4-FFF2-40B4-BE49-F238E27FC236}">
                <a16:creationId xmlns:a16="http://schemas.microsoft.com/office/drawing/2014/main" id="{72160476-5151-8EE9-6D36-535C3CC12D54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  <a:latin typeface="+mj-lt"/>
            </a:endParaRP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7430DFDA-E057-1496-6331-DAA6B05CF6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862" y="1968495"/>
            <a:ext cx="5076862" cy="5034189"/>
          </a:xfrm>
          <a:custGeom>
            <a:avLst/>
            <a:gdLst>
              <a:gd name="connsiteX0" fmla="*/ 0 w 4398818"/>
              <a:gd name="connsiteY0" fmla="*/ 0 h 6858002"/>
              <a:gd name="connsiteX1" fmla="*/ 4398818 w 4398818"/>
              <a:gd name="connsiteY1" fmla="*/ 0 h 6858002"/>
              <a:gd name="connsiteX2" fmla="*/ 4398818 w 4398818"/>
              <a:gd name="connsiteY2" fmla="*/ 6858002 h 6858002"/>
              <a:gd name="connsiteX3" fmla="*/ 0 w 4398818"/>
              <a:gd name="connsiteY3" fmla="*/ 6858002 h 6858002"/>
              <a:gd name="connsiteX4" fmla="*/ 0 w 4398818"/>
              <a:gd name="connsiteY4" fmla="*/ 0 h 6858002"/>
              <a:gd name="connsiteX0" fmla="*/ 0 w 4398818"/>
              <a:gd name="connsiteY0" fmla="*/ 29027 h 6887029"/>
              <a:gd name="connsiteX1" fmla="*/ 1989446 w 4398818"/>
              <a:gd name="connsiteY1" fmla="*/ 0 h 6887029"/>
              <a:gd name="connsiteX2" fmla="*/ 4398818 w 4398818"/>
              <a:gd name="connsiteY2" fmla="*/ 29027 h 6887029"/>
              <a:gd name="connsiteX3" fmla="*/ 4398818 w 4398818"/>
              <a:gd name="connsiteY3" fmla="*/ 6887029 h 6887029"/>
              <a:gd name="connsiteX4" fmla="*/ 0 w 4398818"/>
              <a:gd name="connsiteY4" fmla="*/ 6887029 h 6887029"/>
              <a:gd name="connsiteX5" fmla="*/ 0 w 4398818"/>
              <a:gd name="connsiteY5" fmla="*/ 29027 h 6887029"/>
              <a:gd name="connsiteX0" fmla="*/ 0 w 4398818"/>
              <a:gd name="connsiteY0" fmla="*/ 2371262 h 9229264"/>
              <a:gd name="connsiteX1" fmla="*/ 2178132 w 4398818"/>
              <a:gd name="connsiteY1" fmla="*/ 0 h 9229264"/>
              <a:gd name="connsiteX2" fmla="*/ 4398818 w 4398818"/>
              <a:gd name="connsiteY2" fmla="*/ 2371262 h 9229264"/>
              <a:gd name="connsiteX3" fmla="*/ 4398818 w 4398818"/>
              <a:gd name="connsiteY3" fmla="*/ 9229264 h 9229264"/>
              <a:gd name="connsiteX4" fmla="*/ 0 w 4398818"/>
              <a:gd name="connsiteY4" fmla="*/ 9229264 h 9229264"/>
              <a:gd name="connsiteX5" fmla="*/ 0 w 4398818"/>
              <a:gd name="connsiteY5" fmla="*/ 2371262 h 9229264"/>
              <a:gd name="connsiteX0" fmla="*/ 0 w 4398818"/>
              <a:gd name="connsiteY0" fmla="*/ 2374802 h 9232804"/>
              <a:gd name="connsiteX1" fmla="*/ 2178132 w 4398818"/>
              <a:gd name="connsiteY1" fmla="*/ 3540 h 9232804"/>
              <a:gd name="connsiteX2" fmla="*/ 4398818 w 4398818"/>
              <a:gd name="connsiteY2" fmla="*/ 2374802 h 9232804"/>
              <a:gd name="connsiteX3" fmla="*/ 4398818 w 4398818"/>
              <a:gd name="connsiteY3" fmla="*/ 9232804 h 9232804"/>
              <a:gd name="connsiteX4" fmla="*/ 0 w 4398818"/>
              <a:gd name="connsiteY4" fmla="*/ 9232804 h 9232804"/>
              <a:gd name="connsiteX5" fmla="*/ 0 w 4398818"/>
              <a:gd name="connsiteY5" fmla="*/ 2374802 h 9232804"/>
              <a:gd name="connsiteX0" fmla="*/ 146 w 4398964"/>
              <a:gd name="connsiteY0" fmla="*/ 2378414 h 9236416"/>
              <a:gd name="connsiteX1" fmla="*/ 2178278 w 4398964"/>
              <a:gd name="connsiteY1" fmla="*/ 7152 h 9236416"/>
              <a:gd name="connsiteX2" fmla="*/ 4398964 w 4398964"/>
              <a:gd name="connsiteY2" fmla="*/ 2378414 h 9236416"/>
              <a:gd name="connsiteX3" fmla="*/ 4398964 w 4398964"/>
              <a:gd name="connsiteY3" fmla="*/ 9236416 h 9236416"/>
              <a:gd name="connsiteX4" fmla="*/ 146 w 4398964"/>
              <a:gd name="connsiteY4" fmla="*/ 9236416 h 9236416"/>
              <a:gd name="connsiteX5" fmla="*/ 146 w 4398964"/>
              <a:gd name="connsiteY5" fmla="*/ 2378414 h 9236416"/>
              <a:gd name="connsiteX0" fmla="*/ 146 w 4399540"/>
              <a:gd name="connsiteY0" fmla="*/ 2378415 h 9236417"/>
              <a:gd name="connsiteX1" fmla="*/ 2178278 w 4399540"/>
              <a:gd name="connsiteY1" fmla="*/ 7153 h 9236417"/>
              <a:gd name="connsiteX2" fmla="*/ 4398964 w 4399540"/>
              <a:gd name="connsiteY2" fmla="*/ 2378415 h 9236417"/>
              <a:gd name="connsiteX3" fmla="*/ 4398964 w 4399540"/>
              <a:gd name="connsiteY3" fmla="*/ 9236417 h 9236417"/>
              <a:gd name="connsiteX4" fmla="*/ 146 w 4399540"/>
              <a:gd name="connsiteY4" fmla="*/ 9236417 h 9236417"/>
              <a:gd name="connsiteX5" fmla="*/ 146 w 4399540"/>
              <a:gd name="connsiteY5" fmla="*/ 2378415 h 9236417"/>
              <a:gd name="connsiteX0" fmla="*/ 146 w 4399068"/>
              <a:gd name="connsiteY0" fmla="*/ 2391546 h 9249548"/>
              <a:gd name="connsiteX1" fmla="*/ 2178278 w 4399068"/>
              <a:gd name="connsiteY1" fmla="*/ 20284 h 9249548"/>
              <a:gd name="connsiteX2" fmla="*/ 4398964 w 4399068"/>
              <a:gd name="connsiteY2" fmla="*/ 3380012 h 9249548"/>
              <a:gd name="connsiteX3" fmla="*/ 4398964 w 4399068"/>
              <a:gd name="connsiteY3" fmla="*/ 9249548 h 9249548"/>
              <a:gd name="connsiteX4" fmla="*/ 146 w 4399068"/>
              <a:gd name="connsiteY4" fmla="*/ 9249548 h 9249548"/>
              <a:gd name="connsiteX5" fmla="*/ 146 w 4399068"/>
              <a:gd name="connsiteY5" fmla="*/ 2391546 h 9249548"/>
              <a:gd name="connsiteX0" fmla="*/ 5 w 4413441"/>
              <a:gd name="connsiteY0" fmla="*/ 3166840 h 9229773"/>
              <a:gd name="connsiteX1" fmla="*/ 2192651 w 4413441"/>
              <a:gd name="connsiteY1" fmla="*/ 509 h 9229773"/>
              <a:gd name="connsiteX2" fmla="*/ 4413337 w 4413441"/>
              <a:gd name="connsiteY2" fmla="*/ 3360237 h 9229773"/>
              <a:gd name="connsiteX3" fmla="*/ 4413337 w 4413441"/>
              <a:gd name="connsiteY3" fmla="*/ 9229773 h 9229773"/>
              <a:gd name="connsiteX4" fmla="*/ 14519 w 4413441"/>
              <a:gd name="connsiteY4" fmla="*/ 9229773 h 9229773"/>
              <a:gd name="connsiteX5" fmla="*/ 5 w 4413441"/>
              <a:gd name="connsiteY5" fmla="*/ 3166840 h 9229773"/>
              <a:gd name="connsiteX0" fmla="*/ 409 w 4413845"/>
              <a:gd name="connsiteY0" fmla="*/ 3168349 h 9231282"/>
              <a:gd name="connsiteX1" fmla="*/ 2193055 w 4413845"/>
              <a:gd name="connsiteY1" fmla="*/ 2018 h 9231282"/>
              <a:gd name="connsiteX2" fmla="*/ 4413741 w 4413845"/>
              <a:gd name="connsiteY2" fmla="*/ 3361746 h 9231282"/>
              <a:gd name="connsiteX3" fmla="*/ 4413741 w 4413845"/>
              <a:gd name="connsiteY3" fmla="*/ 9231282 h 9231282"/>
              <a:gd name="connsiteX4" fmla="*/ 14923 w 4413845"/>
              <a:gd name="connsiteY4" fmla="*/ 9231282 h 9231282"/>
              <a:gd name="connsiteX5" fmla="*/ 409 w 4413845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9 w 4413741"/>
              <a:gd name="connsiteY0" fmla="*/ 3168349 h 9231282"/>
              <a:gd name="connsiteX1" fmla="*/ 2193055 w 4413741"/>
              <a:gd name="connsiteY1" fmla="*/ 2018 h 9231282"/>
              <a:gd name="connsiteX2" fmla="*/ 4413741 w 4413741"/>
              <a:gd name="connsiteY2" fmla="*/ 3361746 h 9231282"/>
              <a:gd name="connsiteX3" fmla="*/ 4413741 w 4413741"/>
              <a:gd name="connsiteY3" fmla="*/ 9231282 h 9231282"/>
              <a:gd name="connsiteX4" fmla="*/ 14923 w 4413741"/>
              <a:gd name="connsiteY4" fmla="*/ 9231282 h 9231282"/>
              <a:gd name="connsiteX5" fmla="*/ 409 w 4413741"/>
              <a:gd name="connsiteY5" fmla="*/ 3168349 h 9231282"/>
              <a:gd name="connsiteX0" fmla="*/ 405 w 4434095"/>
              <a:gd name="connsiteY0" fmla="*/ 4579970 h 9263578"/>
              <a:gd name="connsiteX1" fmla="*/ 2213409 w 4434095"/>
              <a:gd name="connsiteY1" fmla="*/ 34314 h 9263578"/>
              <a:gd name="connsiteX2" fmla="*/ 4434095 w 4434095"/>
              <a:gd name="connsiteY2" fmla="*/ 3394042 h 9263578"/>
              <a:gd name="connsiteX3" fmla="*/ 4434095 w 4434095"/>
              <a:gd name="connsiteY3" fmla="*/ 9263578 h 9263578"/>
              <a:gd name="connsiteX4" fmla="*/ 35277 w 4434095"/>
              <a:gd name="connsiteY4" fmla="*/ 9263578 h 9263578"/>
              <a:gd name="connsiteX5" fmla="*/ 405 w 4434095"/>
              <a:gd name="connsiteY5" fmla="*/ 4579970 h 9263578"/>
              <a:gd name="connsiteX0" fmla="*/ 406 w 4464634"/>
              <a:gd name="connsiteY0" fmla="*/ 4545661 h 9229269"/>
              <a:gd name="connsiteX1" fmla="*/ 2213410 w 4464634"/>
              <a:gd name="connsiteY1" fmla="*/ 5 h 9229269"/>
              <a:gd name="connsiteX2" fmla="*/ 4464634 w 4464634"/>
              <a:gd name="connsiteY2" fmla="*/ 4526855 h 9229269"/>
              <a:gd name="connsiteX3" fmla="*/ 4434096 w 4464634"/>
              <a:gd name="connsiteY3" fmla="*/ 9229269 h 9229269"/>
              <a:gd name="connsiteX4" fmla="*/ 35278 w 4464634"/>
              <a:gd name="connsiteY4" fmla="*/ 9229269 h 9229269"/>
              <a:gd name="connsiteX5" fmla="*/ 406 w 4464634"/>
              <a:gd name="connsiteY5" fmla="*/ 4545661 h 9229269"/>
              <a:gd name="connsiteX0" fmla="*/ 1956 w 4466184"/>
              <a:gd name="connsiteY0" fmla="*/ 4545661 h 9229269"/>
              <a:gd name="connsiteX1" fmla="*/ 2214960 w 4466184"/>
              <a:gd name="connsiteY1" fmla="*/ 5 h 9229269"/>
              <a:gd name="connsiteX2" fmla="*/ 4466184 w 4466184"/>
              <a:gd name="connsiteY2" fmla="*/ 4526855 h 9229269"/>
              <a:gd name="connsiteX3" fmla="*/ 4435646 w 4466184"/>
              <a:gd name="connsiteY3" fmla="*/ 9229269 h 9229269"/>
              <a:gd name="connsiteX4" fmla="*/ 36828 w 4466184"/>
              <a:gd name="connsiteY4" fmla="*/ 9229269 h 9229269"/>
              <a:gd name="connsiteX5" fmla="*/ 1956 w 4466184"/>
              <a:gd name="connsiteY5" fmla="*/ 4545661 h 9229269"/>
              <a:gd name="connsiteX0" fmla="*/ 1583 w 4465811"/>
              <a:gd name="connsiteY0" fmla="*/ 4545799 h 9229407"/>
              <a:gd name="connsiteX1" fmla="*/ 2214587 w 4465811"/>
              <a:gd name="connsiteY1" fmla="*/ 143 h 9229407"/>
              <a:gd name="connsiteX2" fmla="*/ 4465811 w 4465811"/>
              <a:gd name="connsiteY2" fmla="*/ 4526993 h 9229407"/>
              <a:gd name="connsiteX3" fmla="*/ 4435273 w 4465811"/>
              <a:gd name="connsiteY3" fmla="*/ 9229407 h 9229407"/>
              <a:gd name="connsiteX4" fmla="*/ 36455 w 4465811"/>
              <a:gd name="connsiteY4" fmla="*/ 9229407 h 9229407"/>
              <a:gd name="connsiteX5" fmla="*/ 1583 w 4465811"/>
              <a:gd name="connsiteY5" fmla="*/ 4545799 h 9229407"/>
              <a:gd name="connsiteX0" fmla="*/ 655 w 4464883"/>
              <a:gd name="connsiteY0" fmla="*/ 4545931 h 9229539"/>
              <a:gd name="connsiteX1" fmla="*/ 2213659 w 4464883"/>
              <a:gd name="connsiteY1" fmla="*/ 275 h 9229539"/>
              <a:gd name="connsiteX2" fmla="*/ 4464883 w 4464883"/>
              <a:gd name="connsiteY2" fmla="*/ 4527125 h 9229539"/>
              <a:gd name="connsiteX3" fmla="*/ 4434345 w 4464883"/>
              <a:gd name="connsiteY3" fmla="*/ 9229539 h 9229539"/>
              <a:gd name="connsiteX4" fmla="*/ 35527 w 4464883"/>
              <a:gd name="connsiteY4" fmla="*/ 9229539 h 9229539"/>
              <a:gd name="connsiteX5" fmla="*/ 655 w 4464883"/>
              <a:gd name="connsiteY5" fmla="*/ 4545931 h 9229539"/>
              <a:gd name="connsiteX0" fmla="*/ 592 w 4464820"/>
              <a:gd name="connsiteY0" fmla="*/ 4545801 h 9229409"/>
              <a:gd name="connsiteX1" fmla="*/ 2213596 w 4464820"/>
              <a:gd name="connsiteY1" fmla="*/ 145 h 9229409"/>
              <a:gd name="connsiteX2" fmla="*/ 4464820 w 4464820"/>
              <a:gd name="connsiteY2" fmla="*/ 4526995 h 9229409"/>
              <a:gd name="connsiteX3" fmla="*/ 4434282 w 4464820"/>
              <a:gd name="connsiteY3" fmla="*/ 9229409 h 9229409"/>
              <a:gd name="connsiteX4" fmla="*/ 35464 w 4464820"/>
              <a:gd name="connsiteY4" fmla="*/ 9229409 h 9229409"/>
              <a:gd name="connsiteX5" fmla="*/ 592 w 4464820"/>
              <a:gd name="connsiteY5" fmla="*/ 4545801 h 922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820" h="9229409">
                <a:moveTo>
                  <a:pt x="592" y="4545801"/>
                </a:moveTo>
                <a:cubicBezTo>
                  <a:pt x="-28107" y="1671007"/>
                  <a:pt x="991132" y="-17943"/>
                  <a:pt x="2213596" y="145"/>
                </a:cubicBezTo>
                <a:cubicBezTo>
                  <a:pt x="3436060" y="18233"/>
                  <a:pt x="4464820" y="1566247"/>
                  <a:pt x="4464820" y="4526995"/>
                </a:cubicBezTo>
                <a:lnTo>
                  <a:pt x="4434282" y="9229409"/>
                </a:lnTo>
                <a:lnTo>
                  <a:pt x="35464" y="9229409"/>
                </a:lnTo>
                <a:cubicBezTo>
                  <a:pt x="35464" y="6943408"/>
                  <a:pt x="29291" y="7420595"/>
                  <a:pt x="592" y="4545801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149225" cmpd="sng">
            <a:solidFill>
              <a:srgbClr val="5A348B"/>
            </a:solidFill>
          </a:ln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001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A91AB58-388B-5B3C-21F6-93512DB4EA48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4" name="Diagrama de flujo: retraso 7">
              <a:extLst>
                <a:ext uri="{FF2B5EF4-FFF2-40B4-BE49-F238E27FC236}">
                  <a16:creationId xmlns:a16="http://schemas.microsoft.com/office/drawing/2014/main" id="{4BA618AA-F38F-7996-6760-720B3D95BCEF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224FC63-3D27-E70A-B408-86789B780F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29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1D32B4D4-53A9-01D4-9276-94E2ACB701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0640" y="0"/>
            <a:ext cx="5874703" cy="6858000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F00852-BE11-A1B8-DFA9-1AC6533602A9}"/>
              </a:ext>
            </a:extLst>
          </p:cNvPr>
          <p:cNvSpPr/>
          <p:nvPr userDrawn="1"/>
        </p:nvSpPr>
        <p:spPr>
          <a:xfrm>
            <a:off x="5833641" y="0"/>
            <a:ext cx="6358359" cy="6858000"/>
          </a:xfrm>
          <a:prstGeom prst="rect">
            <a:avLst/>
          </a:prstGeom>
          <a:solidFill>
            <a:srgbClr val="7A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>
              <a:solidFill>
                <a:schemeClr val="bg1"/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4913F0-757C-B31A-9170-2AAB6B6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4CA13FEC-2874-45BD-F2D8-7E08C308A01F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B601AF2E-7E28-3EB5-00C7-F82396E89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3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C859F783-AEA5-0770-4033-84475EA87F6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s-ES" dirty="0"/>
              <a:t>Texto</a:t>
            </a:r>
            <a:endParaRPr lang="en-001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9C12B0D-1609-476F-639C-8BA957E4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365125"/>
            <a:ext cx="5183188" cy="1084759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9DD2F7F-EC25-CF9F-D93E-DF3DAD62F4DC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3" name="Diagrama de flujo: retraso 7">
              <a:extLst>
                <a:ext uri="{FF2B5EF4-FFF2-40B4-BE49-F238E27FC236}">
                  <a16:creationId xmlns:a16="http://schemas.microsoft.com/office/drawing/2014/main" id="{84950EE8-919E-9F66-DA31-265112CF0FE5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EA9F8675-4C0C-C59B-7E7F-725D0F75D0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75225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1D32B4D4-53A9-01D4-9276-94E2ACB701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17719" y="0"/>
            <a:ext cx="5874703" cy="6858000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001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F00852-BE11-A1B8-DFA9-1AC6533602A9}"/>
              </a:ext>
            </a:extLst>
          </p:cNvPr>
          <p:cNvSpPr/>
          <p:nvPr userDrawn="1"/>
        </p:nvSpPr>
        <p:spPr>
          <a:xfrm>
            <a:off x="-40640" y="0"/>
            <a:ext cx="6358359" cy="6858000"/>
          </a:xfrm>
          <a:prstGeom prst="rect">
            <a:avLst/>
          </a:prstGeom>
          <a:solidFill>
            <a:srgbClr val="7A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>
              <a:solidFill>
                <a:schemeClr val="bg1"/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4913F0-757C-B31A-9170-2AAB6B6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4CA13FEC-2874-45BD-F2D8-7E08C308A01F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C859F783-AEA5-0770-4033-84475EA87F6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38957" y="2958342"/>
            <a:ext cx="5576363" cy="353537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s-ES" dirty="0"/>
              <a:t>Texto</a:t>
            </a:r>
            <a:endParaRPr lang="en-001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9C12B0D-1609-476F-639C-8BA957E4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58" y="1742412"/>
            <a:ext cx="5183188" cy="1084759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F84EAB7-E7D9-20CD-45B5-FF94F7B36BBA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3" name="Diagrama de flujo: retraso 7">
              <a:extLst>
                <a:ext uri="{FF2B5EF4-FFF2-40B4-BE49-F238E27FC236}">
                  <a16:creationId xmlns:a16="http://schemas.microsoft.com/office/drawing/2014/main" id="{35F303F7-DBF5-C842-72BF-60A4E614ED71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3766354-C8C1-545C-AEB2-D23A123D7F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529101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63F9F-49A7-22F7-000A-C8F6DED4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510" y="365125"/>
            <a:ext cx="7886289" cy="1325563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A986A1-5EEA-1FB0-81CC-0DF99F0A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9" name="Diagrama de flujo: terminador 8">
            <a:extLst>
              <a:ext uri="{FF2B5EF4-FFF2-40B4-BE49-F238E27FC236}">
                <a16:creationId xmlns:a16="http://schemas.microsoft.com/office/drawing/2014/main" id="{4159A517-8A9F-156C-BE6F-6F9F223C6630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2361C672-44C0-296E-5271-BDEA1BD87B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981200"/>
            <a:ext cx="10515599" cy="3795713"/>
          </a:xfrm>
        </p:spPr>
        <p:txBody>
          <a:bodyPr>
            <a:normAutofit/>
          </a:bodyPr>
          <a:lstStyle>
            <a:lvl1pPr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8C083AF-9DAC-45E7-A398-5269A8F34517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4" name="Diagrama de flujo: retraso 7">
              <a:extLst>
                <a:ext uri="{FF2B5EF4-FFF2-40B4-BE49-F238E27FC236}">
                  <a16:creationId xmlns:a16="http://schemas.microsoft.com/office/drawing/2014/main" id="{A41BB51F-929C-F135-56BD-C9FEB87EA195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ECB290D-5083-2A11-FFBD-E15C352521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3718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83163A-B21E-ECAF-FCC3-9BC68527B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93542"/>
            <a:ext cx="4886397" cy="354341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B3C906-57DD-C4E1-1961-93E4F496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11" name="Diagrama de flujo: terminador 10">
            <a:extLst>
              <a:ext uri="{FF2B5EF4-FFF2-40B4-BE49-F238E27FC236}">
                <a16:creationId xmlns:a16="http://schemas.microsoft.com/office/drawing/2014/main" id="{3248A9AD-64E9-A79D-F9BB-686BE2B834C5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AC7C9680-5CCC-85D2-E1B9-050C96745E7B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467403" y="2093542"/>
            <a:ext cx="4886397" cy="354341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15F77A43-6C1E-34E3-2027-0CFB4CBB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510" y="365125"/>
            <a:ext cx="7886289" cy="1325563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5A348B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61C5B97-FA30-9E84-01F2-C2D8C53F44DD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3" name="Diagrama de flujo: retraso 7">
              <a:extLst>
                <a:ext uri="{FF2B5EF4-FFF2-40B4-BE49-F238E27FC236}">
                  <a16:creationId xmlns:a16="http://schemas.microsoft.com/office/drawing/2014/main" id="{D37948C8-1244-75D7-E5B1-F21EC0872959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C246E5D-E022-344A-DE6B-7706D86560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4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a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E39556-4556-8BB3-BE96-A6FAE034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115872-44E0-4C0F-BD46-8A6173A08CB0}" type="slidenum">
              <a:rPr lang="en-001" smtClean="0"/>
              <a:pPr/>
              <a:t>‹Nº›</a:t>
            </a:fld>
            <a:endParaRPr lang="en-001"/>
          </a:p>
        </p:txBody>
      </p:sp>
      <p:sp>
        <p:nvSpPr>
          <p:cNvPr id="8" name="Diagrama de flujo: terminador 7">
            <a:extLst>
              <a:ext uri="{FF2B5EF4-FFF2-40B4-BE49-F238E27FC236}">
                <a16:creationId xmlns:a16="http://schemas.microsoft.com/office/drawing/2014/main" id="{FE159F7E-E7A2-7684-18BB-726D5E007BC1}"/>
              </a:ext>
            </a:extLst>
          </p:cNvPr>
          <p:cNvSpPr/>
          <p:nvPr userDrawn="1"/>
        </p:nvSpPr>
        <p:spPr>
          <a:xfrm>
            <a:off x="10625744" y="6420942"/>
            <a:ext cx="728056" cy="240259"/>
          </a:xfrm>
          <a:prstGeom prst="flowChartTerminator">
            <a:avLst/>
          </a:prstGeom>
          <a:solidFill>
            <a:srgbClr val="5A3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noFill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18CCDB7-CCDF-4374-87FE-ED24ECAF609D}"/>
              </a:ext>
            </a:extLst>
          </p:cNvPr>
          <p:cNvGrpSpPr/>
          <p:nvPr userDrawn="1"/>
        </p:nvGrpSpPr>
        <p:grpSpPr>
          <a:xfrm>
            <a:off x="-40640" y="509587"/>
            <a:ext cx="2943729" cy="868540"/>
            <a:chOff x="-40640" y="509587"/>
            <a:chExt cx="2943729" cy="868540"/>
          </a:xfrm>
        </p:grpSpPr>
        <p:sp>
          <p:nvSpPr>
            <p:cNvPr id="3" name="Diagrama de flujo: retraso 7">
              <a:extLst>
                <a:ext uri="{FF2B5EF4-FFF2-40B4-BE49-F238E27FC236}">
                  <a16:creationId xmlns:a16="http://schemas.microsoft.com/office/drawing/2014/main" id="{DFDC3318-A465-D883-97EB-BAC62CA2D2F6}"/>
                </a:ext>
              </a:extLst>
            </p:cNvPr>
            <p:cNvSpPr/>
            <p:nvPr userDrawn="1"/>
          </p:nvSpPr>
          <p:spPr>
            <a:xfrm>
              <a:off x="-40640" y="509587"/>
              <a:ext cx="2943729" cy="868540"/>
            </a:xfrm>
            <a:custGeom>
              <a:avLst/>
              <a:gdLst>
                <a:gd name="connsiteX0" fmla="*/ 0 w 1612490"/>
                <a:gd name="connsiteY0" fmla="*/ 0 h 1681316"/>
                <a:gd name="connsiteX1" fmla="*/ 806245 w 1612490"/>
                <a:gd name="connsiteY1" fmla="*/ 0 h 1681316"/>
                <a:gd name="connsiteX2" fmla="*/ 1612490 w 1612490"/>
                <a:gd name="connsiteY2" fmla="*/ 840658 h 1681316"/>
                <a:gd name="connsiteX3" fmla="*/ 806245 w 1612490"/>
                <a:gd name="connsiteY3" fmla="*/ 1681316 h 1681316"/>
                <a:gd name="connsiteX4" fmla="*/ 0 w 1612490"/>
                <a:gd name="connsiteY4" fmla="*/ 1681316 h 1681316"/>
                <a:gd name="connsiteX5" fmla="*/ 0 w 1612490"/>
                <a:gd name="connsiteY5" fmla="*/ 0 h 1681316"/>
                <a:gd name="connsiteX0" fmla="*/ 0 w 3787653"/>
                <a:gd name="connsiteY0" fmla="*/ 0 h 1695171"/>
                <a:gd name="connsiteX1" fmla="*/ 2981408 w 3787653"/>
                <a:gd name="connsiteY1" fmla="*/ 13855 h 1695171"/>
                <a:gd name="connsiteX2" fmla="*/ 3787653 w 3787653"/>
                <a:gd name="connsiteY2" fmla="*/ 854513 h 1695171"/>
                <a:gd name="connsiteX3" fmla="*/ 2981408 w 3787653"/>
                <a:gd name="connsiteY3" fmla="*/ 1695171 h 1695171"/>
                <a:gd name="connsiteX4" fmla="*/ 2175163 w 3787653"/>
                <a:gd name="connsiteY4" fmla="*/ 1695171 h 1695171"/>
                <a:gd name="connsiteX5" fmla="*/ 0 w 3787653"/>
                <a:gd name="connsiteY5" fmla="*/ 0 h 1695171"/>
                <a:gd name="connsiteX0" fmla="*/ 1454728 w 5242381"/>
                <a:gd name="connsiteY0" fmla="*/ 0 h 1709026"/>
                <a:gd name="connsiteX1" fmla="*/ 4436136 w 5242381"/>
                <a:gd name="connsiteY1" fmla="*/ 13855 h 1709026"/>
                <a:gd name="connsiteX2" fmla="*/ 5242381 w 5242381"/>
                <a:gd name="connsiteY2" fmla="*/ 854513 h 1709026"/>
                <a:gd name="connsiteX3" fmla="*/ 4436136 w 5242381"/>
                <a:gd name="connsiteY3" fmla="*/ 1695171 h 1709026"/>
                <a:gd name="connsiteX4" fmla="*/ 0 w 5242381"/>
                <a:gd name="connsiteY4" fmla="*/ 1709026 h 1709026"/>
                <a:gd name="connsiteX5" fmla="*/ 1454728 w 5242381"/>
                <a:gd name="connsiteY5" fmla="*/ 0 h 1709026"/>
                <a:gd name="connsiteX0" fmla="*/ 0 w 5256235"/>
                <a:gd name="connsiteY0" fmla="*/ 13854 h 1695171"/>
                <a:gd name="connsiteX1" fmla="*/ 4449990 w 5256235"/>
                <a:gd name="connsiteY1" fmla="*/ 0 h 1695171"/>
                <a:gd name="connsiteX2" fmla="*/ 5256235 w 5256235"/>
                <a:gd name="connsiteY2" fmla="*/ 840658 h 1695171"/>
                <a:gd name="connsiteX3" fmla="*/ 4449990 w 5256235"/>
                <a:gd name="connsiteY3" fmla="*/ 1681316 h 1695171"/>
                <a:gd name="connsiteX4" fmla="*/ 13854 w 5256235"/>
                <a:gd name="connsiteY4" fmla="*/ 1695171 h 1695171"/>
                <a:gd name="connsiteX5" fmla="*/ 0 w 5256235"/>
                <a:gd name="connsiteY5" fmla="*/ 13854 h 1695171"/>
                <a:gd name="connsiteX0" fmla="*/ 0 w 5246710"/>
                <a:gd name="connsiteY0" fmla="*/ 0 h 1700367"/>
                <a:gd name="connsiteX1" fmla="*/ 4440465 w 5246710"/>
                <a:gd name="connsiteY1" fmla="*/ 5196 h 1700367"/>
                <a:gd name="connsiteX2" fmla="*/ 5246710 w 5246710"/>
                <a:gd name="connsiteY2" fmla="*/ 845854 h 1700367"/>
                <a:gd name="connsiteX3" fmla="*/ 4440465 w 5246710"/>
                <a:gd name="connsiteY3" fmla="*/ 1686512 h 1700367"/>
                <a:gd name="connsiteX4" fmla="*/ 4329 w 5246710"/>
                <a:gd name="connsiteY4" fmla="*/ 1700367 h 1700367"/>
                <a:gd name="connsiteX5" fmla="*/ 0 w 5246710"/>
                <a:gd name="connsiteY5" fmla="*/ 0 h 1700367"/>
                <a:gd name="connsiteX0" fmla="*/ 434 w 5247144"/>
                <a:gd name="connsiteY0" fmla="*/ 0 h 1686512"/>
                <a:gd name="connsiteX1" fmla="*/ 4440899 w 5247144"/>
                <a:gd name="connsiteY1" fmla="*/ 5196 h 1686512"/>
                <a:gd name="connsiteX2" fmla="*/ 5247144 w 5247144"/>
                <a:gd name="connsiteY2" fmla="*/ 845854 h 1686512"/>
                <a:gd name="connsiteX3" fmla="*/ 4440899 w 5247144"/>
                <a:gd name="connsiteY3" fmla="*/ 1686512 h 1686512"/>
                <a:gd name="connsiteX4" fmla="*/ 0 w 5247144"/>
                <a:gd name="connsiteY4" fmla="*/ 1681317 h 1686512"/>
                <a:gd name="connsiteX5" fmla="*/ 434 w 5247144"/>
                <a:gd name="connsiteY5" fmla="*/ 0 h 168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7144" h="1686512">
                  <a:moveTo>
                    <a:pt x="434" y="0"/>
                  </a:moveTo>
                  <a:lnTo>
                    <a:pt x="4440899" y="5196"/>
                  </a:lnTo>
                  <a:cubicBezTo>
                    <a:pt x="4886176" y="5196"/>
                    <a:pt x="5247144" y="381571"/>
                    <a:pt x="5247144" y="845854"/>
                  </a:cubicBezTo>
                  <a:cubicBezTo>
                    <a:pt x="5247144" y="1310137"/>
                    <a:pt x="4886176" y="1686512"/>
                    <a:pt x="4440899" y="1686512"/>
                  </a:cubicBezTo>
                  <a:lnTo>
                    <a:pt x="0" y="1681317"/>
                  </a:lnTo>
                  <a:cubicBezTo>
                    <a:pt x="145" y="1120878"/>
                    <a:pt x="289" y="560439"/>
                    <a:pt x="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88900" dir="5940000" sx="103000" sy="103000" algn="tl" rotWithShape="0">
                <a:srgbClr val="5A348B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888B6A53-49BF-4CC6-2621-D4234F469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4782" y="692695"/>
              <a:ext cx="1892884" cy="523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911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3D492F3-46F5-AF3F-DFDA-6D2C3AEDD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19268" y="2272758"/>
            <a:ext cx="8353464" cy="231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4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DDB9DDA-DB38-1BE3-4B3C-BF9F426D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00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37AC1F-CF28-8B80-63BF-E102D9C21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001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F58CC-DC58-7367-F54C-018F97FCA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15872-44E0-4C0F-BD46-8A6173A08CB0}" type="slidenum">
              <a:rPr lang="en-001" smtClean="0"/>
              <a:t>‹Nº›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3130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0" r:id="rId4"/>
    <p:sldLayoutId id="2147483653" r:id="rId5"/>
    <p:sldLayoutId id="2147483656" r:id="rId6"/>
    <p:sldLayoutId id="2147483659" r:id="rId7"/>
    <p:sldLayoutId id="2147483654" r:id="rId8"/>
    <p:sldLayoutId id="2147483657" r:id="rId9"/>
    <p:sldLayoutId id="2147483655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978E7-CEA2-7812-6C0C-3FF4F87DB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Comportamiento del consumidor industrial</a:t>
            </a:r>
            <a:endParaRPr lang="es-B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293300-0A21-F446-97B7-45A4CC299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BO" dirty="0" smtClean="0"/>
              <a:t>Dra. PATRICIA DEL ROSARIO ARRIETA MELGAREJO </a:t>
            </a:r>
            <a:r>
              <a:rPr lang="es-BO" dirty="0" err="1" smtClean="0"/>
              <a:t>Ph.D</a:t>
            </a:r>
            <a:r>
              <a:rPr lang="es-BO" dirty="0" smtClean="0"/>
              <a:t>.</a:t>
            </a:r>
            <a:endParaRPr lang="es-BO" dirty="0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B9FE48D-7A1B-061F-DD5E-935DD73D61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10" y="-210619"/>
            <a:ext cx="4103914" cy="475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55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89E2C1-6472-DE58-9628-2CC835A2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2</a:t>
            </a:fld>
            <a:endParaRPr lang="en-001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21" y="0"/>
            <a:ext cx="8724900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0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89E2C1-6472-DE58-9628-2CC835A2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3</a:t>
            </a:fld>
            <a:endParaRPr lang="en-00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891" y="0"/>
            <a:ext cx="848428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0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89E2C1-6472-DE58-9628-2CC835A2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4</a:t>
            </a:fld>
            <a:endParaRPr lang="en-00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894" y="159657"/>
            <a:ext cx="7781925" cy="619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16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89E2C1-6472-DE58-9628-2CC835A2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5872-44E0-4C0F-BD46-8A6173A08CB0}" type="slidenum">
              <a:rPr lang="en-001" smtClean="0"/>
              <a:pPr/>
              <a:t>5</a:t>
            </a:fld>
            <a:endParaRPr lang="en-00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144" y="52387"/>
            <a:ext cx="7896225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13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nline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7A60C5"/>
      </a:accent1>
      <a:accent2>
        <a:srgbClr val="F16522"/>
      </a:accent2>
      <a:accent3>
        <a:srgbClr val="A5A5A5"/>
      </a:accent3>
      <a:accent4>
        <a:srgbClr val="7A60C5"/>
      </a:accent4>
      <a:accent5>
        <a:srgbClr val="48A1FA"/>
      </a:accent5>
      <a:accent6>
        <a:srgbClr val="7030A0"/>
      </a:accent6>
      <a:hlink>
        <a:srgbClr val="C55A11"/>
      </a:hlink>
      <a:folHlink>
        <a:srgbClr val="BD17F1"/>
      </a:folHlink>
    </a:clrScheme>
    <a:fontScheme name="Personalizado 1">
      <a:majorFont>
        <a:latin typeface="Suprema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17</Words>
  <Application>Microsoft Office PowerPoint</Application>
  <PresentationFormat>Panorámica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Inter</vt:lpstr>
      <vt:lpstr>Open Sans</vt:lpstr>
      <vt:lpstr>Suprema</vt:lpstr>
      <vt:lpstr>Tema de Office</vt:lpstr>
      <vt:lpstr>Comportamiento del consumidor industrial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TD-Caro</dc:creator>
  <cp:lastModifiedBy>Patricia Arrieta</cp:lastModifiedBy>
  <cp:revision>9</cp:revision>
  <dcterms:created xsi:type="dcterms:W3CDTF">2024-08-15T15:47:59Z</dcterms:created>
  <dcterms:modified xsi:type="dcterms:W3CDTF">2026-04-06T19:17:22Z</dcterms:modified>
</cp:coreProperties>
</file>